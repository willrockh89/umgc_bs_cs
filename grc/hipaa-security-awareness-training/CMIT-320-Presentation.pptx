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2" r:id="rId4"/>
  </p:sldMasterIdLst>
  <p:notesMasterIdLst>
    <p:notesMasterId r:id="rId15"/>
  </p:notesMasterIdLst>
  <p:handoutMasterIdLst>
    <p:handoutMasterId r:id="rId16"/>
  </p:handoutMasterIdLst>
  <p:sldIdLst>
    <p:sldId id="256" r:id="rId5"/>
    <p:sldId id="257" r:id="rId6"/>
    <p:sldId id="259" r:id="rId7"/>
    <p:sldId id="266" r:id="rId8"/>
    <p:sldId id="267" r:id="rId9"/>
    <p:sldId id="265" r:id="rId10"/>
    <p:sldId id="268" r:id="rId11"/>
    <p:sldId id="269" r:id="rId12"/>
    <p:sldId id="270" r:id="rId13"/>
    <p:sldId id="26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6535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382A29-2AA9-A74D-AF44-5A038B889298}" v="8" dt="2023-07-11T18:49:18.0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70136"/>
  </p:normalViewPr>
  <p:slideViewPr>
    <p:cSldViewPr snapToGrid="0">
      <p:cViewPr varScale="1">
        <p:scale>
          <a:sx n="87" d="100"/>
          <a:sy n="87" d="100"/>
        </p:scale>
        <p:origin x="872" y="20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rock herrera" userId="d8be54d1-3e3c-4470-a1d6-0aadcc58e9ef" providerId="ADAL" clId="{EFF8632B-94C0-BF44-8FD9-94A6466E8B75}"/>
    <pc:docChg chg="undo custSel modSld">
      <pc:chgData name="willrock herrera" userId="d8be54d1-3e3c-4470-a1d6-0aadcc58e9ef" providerId="ADAL" clId="{EFF8632B-94C0-BF44-8FD9-94A6466E8B75}" dt="2023-07-05T15:38:47.637" v="15" actId="14826"/>
      <pc:docMkLst>
        <pc:docMk/>
      </pc:docMkLst>
      <pc:sldChg chg="addSp delSp modSp">
        <pc:chgData name="willrock herrera" userId="d8be54d1-3e3c-4470-a1d6-0aadcc58e9ef" providerId="ADAL" clId="{EFF8632B-94C0-BF44-8FD9-94A6466E8B75}" dt="2023-07-05T15:38:47.637" v="15" actId="14826"/>
        <pc:sldMkLst>
          <pc:docMk/>
          <pc:sldMk cId="3805164132" sldId="257"/>
        </pc:sldMkLst>
        <pc:spChg chg="add del mod">
          <ac:chgData name="willrock herrera" userId="d8be54d1-3e3c-4470-a1d6-0aadcc58e9ef" providerId="ADAL" clId="{EFF8632B-94C0-BF44-8FD9-94A6466E8B75}" dt="2023-07-05T15:38:44.524" v="11" actId="478"/>
          <ac:spMkLst>
            <pc:docMk/>
            <pc:sldMk cId="3805164132" sldId="257"/>
            <ac:spMk id="6" creationId="{EE6003A5-88D7-8C3A-A251-5C62F926319A}"/>
          </ac:spMkLst>
        </pc:spChg>
        <pc:picChg chg="add del">
          <ac:chgData name="willrock herrera" userId="d8be54d1-3e3c-4470-a1d6-0aadcc58e9ef" providerId="ADAL" clId="{EFF8632B-94C0-BF44-8FD9-94A6466E8B75}" dt="2023-07-05T15:37:46.617" v="1" actId="931"/>
          <ac:picMkLst>
            <pc:docMk/>
            <pc:sldMk cId="3805164132" sldId="257"/>
            <ac:picMk id="2" creationId="{8B2A169D-91BB-2ABB-429B-FD861A610DBC}"/>
          </ac:picMkLst>
        </pc:picChg>
        <pc:picChg chg="mod">
          <ac:chgData name="willrock herrera" userId="d8be54d1-3e3c-4470-a1d6-0aadcc58e9ef" providerId="ADAL" clId="{EFF8632B-94C0-BF44-8FD9-94A6466E8B75}" dt="2023-07-05T15:38:47.637" v="15" actId="14826"/>
          <ac:picMkLst>
            <pc:docMk/>
            <pc:sldMk cId="3805164132" sldId="257"/>
            <ac:picMk id="7" creationId="{7F61309D-C856-4938-ADC7-424523E494CD}"/>
          </ac:picMkLst>
        </pc:picChg>
        <pc:picChg chg="add del">
          <ac:chgData name="willrock herrera" userId="d8be54d1-3e3c-4470-a1d6-0aadcc58e9ef" providerId="ADAL" clId="{EFF8632B-94C0-BF44-8FD9-94A6466E8B75}" dt="2023-07-05T15:38:44.524" v="11" actId="478"/>
          <ac:picMkLst>
            <pc:docMk/>
            <pc:sldMk cId="3805164132" sldId="257"/>
            <ac:picMk id="9" creationId="{945B1BB8-49E7-4A38-B10A-734F467CE26E}"/>
          </ac:picMkLst>
        </pc:picChg>
      </pc:sldChg>
    </pc:docChg>
  </pc:docChgLst>
  <pc:docChgLst>
    <pc:chgData name="willrock herrera" userId="d8be54d1-3e3c-4470-a1d6-0aadcc58e9ef" providerId="ADAL" clId="{B9AE5368-CB65-5A4E-9D6C-5032E415EE7F}"/>
    <pc:docChg chg="undo redo custSel addSld delSld modSld sldOrd">
      <pc:chgData name="willrock herrera" userId="d8be54d1-3e3c-4470-a1d6-0aadcc58e9ef" providerId="ADAL" clId="{B9AE5368-CB65-5A4E-9D6C-5032E415EE7F}" dt="2023-07-07T00:39:33.049" v="2418" actId="255"/>
      <pc:docMkLst>
        <pc:docMk/>
      </pc:docMkLst>
      <pc:sldChg chg="addSp delSp modSp">
        <pc:chgData name="willrock herrera" userId="d8be54d1-3e3c-4470-a1d6-0aadcc58e9ef" providerId="ADAL" clId="{B9AE5368-CB65-5A4E-9D6C-5032E415EE7F}" dt="2023-07-07T00:11:52.527" v="2186" actId="20577"/>
        <pc:sldMkLst>
          <pc:docMk/>
          <pc:sldMk cId="3805164132" sldId="257"/>
        </pc:sldMkLst>
        <pc:spChg chg="del mod">
          <ac:chgData name="willrock herrera" userId="d8be54d1-3e3c-4470-a1d6-0aadcc58e9ef" providerId="ADAL" clId="{B9AE5368-CB65-5A4E-9D6C-5032E415EE7F}" dt="2023-07-04T23:39:01.568" v="1" actId="478"/>
          <ac:spMkLst>
            <pc:docMk/>
            <pc:sldMk cId="3805164132" sldId="257"/>
            <ac:spMk id="2" creationId="{582BCEE0-AF33-4B8B-9622-2A50B4FD62C5}"/>
          </ac:spMkLst>
        </pc:spChg>
        <pc:spChg chg="mod">
          <ac:chgData name="willrock herrera" userId="d8be54d1-3e3c-4470-a1d6-0aadcc58e9ef" providerId="ADAL" clId="{B9AE5368-CB65-5A4E-9D6C-5032E415EE7F}" dt="2023-07-07T00:11:52.527" v="2186" actId="20577"/>
          <ac:spMkLst>
            <pc:docMk/>
            <pc:sldMk cId="3805164132" sldId="257"/>
            <ac:spMk id="3" creationId="{F0495D9B-1C30-46A7-AC78-0AD00F70BCAE}"/>
          </ac:spMkLst>
        </pc:spChg>
        <pc:spChg chg="add mod">
          <ac:chgData name="willrock herrera" userId="d8be54d1-3e3c-4470-a1d6-0aadcc58e9ef" providerId="ADAL" clId="{B9AE5368-CB65-5A4E-9D6C-5032E415EE7F}" dt="2023-07-04T23:39:09.928" v="18" actId="20577"/>
          <ac:spMkLst>
            <pc:docMk/>
            <pc:sldMk cId="3805164132" sldId="257"/>
            <ac:spMk id="5" creationId="{7246C4DC-5BE4-47A1-B274-ADABF435C4E1}"/>
          </ac:spMkLst>
        </pc:spChg>
        <pc:picChg chg="mod">
          <ac:chgData name="willrock herrera" userId="d8be54d1-3e3c-4470-a1d6-0aadcc58e9ef" providerId="ADAL" clId="{B9AE5368-CB65-5A4E-9D6C-5032E415EE7F}" dt="2023-07-06T23:34:22.282" v="969" actId="14100"/>
          <ac:picMkLst>
            <pc:docMk/>
            <pc:sldMk cId="3805164132" sldId="257"/>
            <ac:picMk id="9" creationId="{945B1BB8-49E7-4A38-B10A-734F467CE26E}"/>
          </ac:picMkLst>
        </pc:picChg>
      </pc:sldChg>
      <pc:sldChg chg="addSp delSp modSp">
        <pc:chgData name="willrock herrera" userId="d8be54d1-3e3c-4470-a1d6-0aadcc58e9ef" providerId="ADAL" clId="{B9AE5368-CB65-5A4E-9D6C-5032E415EE7F}" dt="2023-07-07T00:39:33.049" v="2418" actId="255"/>
        <pc:sldMkLst>
          <pc:docMk/>
          <pc:sldMk cId="3980136776" sldId="259"/>
        </pc:sldMkLst>
        <pc:spChg chg="mod">
          <ac:chgData name="willrock herrera" userId="d8be54d1-3e3c-4470-a1d6-0aadcc58e9ef" providerId="ADAL" clId="{B9AE5368-CB65-5A4E-9D6C-5032E415EE7F}" dt="2023-07-07T00:39:33.049" v="2418" actId="255"/>
          <ac:spMkLst>
            <pc:docMk/>
            <pc:sldMk cId="3980136776" sldId="259"/>
            <ac:spMk id="3" creationId="{F210F1C6-68F4-48F7-97E9-343EE7513674}"/>
          </ac:spMkLst>
        </pc:spChg>
        <pc:spChg chg="add del mod">
          <ac:chgData name="willrock herrera" userId="d8be54d1-3e3c-4470-a1d6-0aadcc58e9ef" providerId="ADAL" clId="{B9AE5368-CB65-5A4E-9D6C-5032E415EE7F}" dt="2023-07-06T23:32:24.574" v="953" actId="478"/>
          <ac:spMkLst>
            <pc:docMk/>
            <pc:sldMk cId="3980136776" sldId="259"/>
            <ac:spMk id="5" creationId="{2214E862-B4E5-71F8-C43A-638246EE773C}"/>
          </ac:spMkLst>
        </pc:spChg>
        <pc:picChg chg="del mod">
          <ac:chgData name="willrock herrera" userId="d8be54d1-3e3c-4470-a1d6-0aadcc58e9ef" providerId="ADAL" clId="{B9AE5368-CB65-5A4E-9D6C-5032E415EE7F}" dt="2023-07-06T23:32:21.510" v="952" actId="478"/>
          <ac:picMkLst>
            <pc:docMk/>
            <pc:sldMk cId="3980136776" sldId="259"/>
            <ac:picMk id="10" creationId="{24A8453A-33BC-42B9-9F32-A38E7F1AC274}"/>
          </ac:picMkLst>
        </pc:picChg>
        <pc:picChg chg="mod">
          <ac:chgData name="willrock herrera" userId="d8be54d1-3e3c-4470-a1d6-0aadcc58e9ef" providerId="ADAL" clId="{B9AE5368-CB65-5A4E-9D6C-5032E415EE7F}" dt="2023-07-06T23:33:00.041" v="962" actId="14100"/>
          <ac:picMkLst>
            <pc:docMk/>
            <pc:sldMk cId="3980136776" sldId="259"/>
            <ac:picMk id="12" creationId="{F2F92A19-D60A-4D6C-8103-E5036EBC089B}"/>
          </ac:picMkLst>
        </pc:picChg>
        <pc:picChg chg="mod">
          <ac:chgData name="willrock herrera" userId="d8be54d1-3e3c-4470-a1d6-0aadcc58e9ef" providerId="ADAL" clId="{B9AE5368-CB65-5A4E-9D6C-5032E415EE7F}" dt="2023-07-06T23:33:10.046" v="964" actId="1076"/>
          <ac:picMkLst>
            <pc:docMk/>
            <pc:sldMk cId="3980136776" sldId="259"/>
            <ac:picMk id="20" creationId="{3121C450-AE4D-4EF5-BCE8-1DC9F3D770B7}"/>
          </ac:picMkLst>
        </pc:picChg>
      </pc:sldChg>
      <pc:sldChg chg="del">
        <pc:chgData name="willrock herrera" userId="d8be54d1-3e3c-4470-a1d6-0aadcc58e9ef" providerId="ADAL" clId="{B9AE5368-CB65-5A4E-9D6C-5032E415EE7F}" dt="2023-07-07T00:12:10.889" v="2187" actId="2696"/>
        <pc:sldMkLst>
          <pc:docMk/>
          <pc:sldMk cId="275256533" sldId="260"/>
        </pc:sldMkLst>
      </pc:sldChg>
      <pc:sldChg chg="del">
        <pc:chgData name="willrock herrera" userId="d8be54d1-3e3c-4470-a1d6-0aadcc58e9ef" providerId="ADAL" clId="{B9AE5368-CB65-5A4E-9D6C-5032E415EE7F}" dt="2023-07-06T23:39:21.284" v="1046" actId="2696"/>
        <pc:sldMkLst>
          <pc:docMk/>
          <pc:sldMk cId="3848018777" sldId="262"/>
        </pc:sldMkLst>
      </pc:sldChg>
      <pc:sldChg chg="addSp delSp modSp">
        <pc:chgData name="willrock herrera" userId="d8be54d1-3e3c-4470-a1d6-0aadcc58e9ef" providerId="ADAL" clId="{B9AE5368-CB65-5A4E-9D6C-5032E415EE7F}" dt="2023-07-07T00:24:54.479" v="2340" actId="14100"/>
        <pc:sldMkLst>
          <pc:docMk/>
          <pc:sldMk cId="2261619712" sldId="263"/>
        </pc:sldMkLst>
        <pc:spChg chg="mod">
          <ac:chgData name="willrock herrera" userId="d8be54d1-3e3c-4470-a1d6-0aadcc58e9ef" providerId="ADAL" clId="{B9AE5368-CB65-5A4E-9D6C-5032E415EE7F}" dt="2023-07-07T00:10:01.645" v="2159" actId="1035"/>
          <ac:spMkLst>
            <pc:docMk/>
            <pc:sldMk cId="2261619712" sldId="263"/>
            <ac:spMk id="2" creationId="{9540FB38-0113-4F80-BBD4-A9C97FF40720}"/>
          </ac:spMkLst>
        </pc:spChg>
        <pc:spChg chg="mod">
          <ac:chgData name="willrock herrera" userId="d8be54d1-3e3c-4470-a1d6-0aadcc58e9ef" providerId="ADAL" clId="{B9AE5368-CB65-5A4E-9D6C-5032E415EE7F}" dt="2023-07-07T00:13:20.893" v="2202" actId="255"/>
          <ac:spMkLst>
            <pc:docMk/>
            <pc:sldMk cId="2261619712" sldId="263"/>
            <ac:spMk id="3" creationId="{75982AA6-9E74-43FC-B452-142C7571DCCC}"/>
          </ac:spMkLst>
        </pc:spChg>
        <pc:spChg chg="add mod">
          <ac:chgData name="willrock herrera" userId="d8be54d1-3e3c-4470-a1d6-0aadcc58e9ef" providerId="ADAL" clId="{B9AE5368-CB65-5A4E-9D6C-5032E415EE7F}" dt="2023-07-07T00:10:13.677" v="2172" actId="115"/>
          <ac:spMkLst>
            <pc:docMk/>
            <pc:sldMk cId="2261619712" sldId="263"/>
            <ac:spMk id="7" creationId="{B93B9608-D81A-0E7E-F2E1-49C8181BA5B9}"/>
          </ac:spMkLst>
        </pc:spChg>
        <pc:spChg chg="add del mod">
          <ac:chgData name="willrock herrera" userId="d8be54d1-3e3c-4470-a1d6-0aadcc58e9ef" providerId="ADAL" clId="{B9AE5368-CB65-5A4E-9D6C-5032E415EE7F}" dt="2023-07-07T00:24:31.343" v="2337" actId="931"/>
          <ac:spMkLst>
            <pc:docMk/>
            <pc:sldMk cId="2261619712" sldId="263"/>
            <ac:spMk id="10" creationId="{E4073E85-BBA8-F56C-D1DF-68E105C09495}"/>
          </ac:spMkLst>
        </pc:spChg>
        <pc:picChg chg="del mod">
          <ac:chgData name="willrock herrera" userId="d8be54d1-3e3c-4470-a1d6-0aadcc58e9ef" providerId="ADAL" clId="{B9AE5368-CB65-5A4E-9D6C-5032E415EE7F}" dt="2023-07-07T00:24:24.455" v="2336" actId="478"/>
          <ac:picMkLst>
            <pc:docMk/>
            <pc:sldMk cId="2261619712" sldId="263"/>
            <ac:picMk id="6" creationId="{AC4A1F6E-E065-4C87-B012-9FBDEC8C1ED7}"/>
          </ac:picMkLst>
        </pc:picChg>
        <pc:picChg chg="add mod ord modCrop">
          <ac:chgData name="willrock herrera" userId="d8be54d1-3e3c-4470-a1d6-0aadcc58e9ef" providerId="ADAL" clId="{B9AE5368-CB65-5A4E-9D6C-5032E415EE7F}" dt="2023-07-07T00:24:54.479" v="2340" actId="14100"/>
          <ac:picMkLst>
            <pc:docMk/>
            <pc:sldMk cId="2261619712" sldId="263"/>
            <ac:picMk id="11" creationId="{10C39AB0-6562-A437-EF6B-7DE04D23700F}"/>
          </ac:picMkLst>
        </pc:picChg>
      </pc:sldChg>
      <pc:sldChg chg="del">
        <pc:chgData name="willrock herrera" userId="d8be54d1-3e3c-4470-a1d6-0aadcc58e9ef" providerId="ADAL" clId="{B9AE5368-CB65-5A4E-9D6C-5032E415EE7F}" dt="2023-07-06T23:49:58.202" v="1375" actId="2696"/>
        <pc:sldMkLst>
          <pc:docMk/>
          <pc:sldMk cId="1715400757" sldId="264"/>
        </pc:sldMkLst>
      </pc:sldChg>
      <pc:sldChg chg="modSp">
        <pc:chgData name="willrock herrera" userId="d8be54d1-3e3c-4470-a1d6-0aadcc58e9ef" providerId="ADAL" clId="{B9AE5368-CB65-5A4E-9D6C-5032E415EE7F}" dt="2023-07-06T23:43:17.675" v="1209" actId="20577"/>
        <pc:sldMkLst>
          <pc:docMk/>
          <pc:sldMk cId="3305518317" sldId="265"/>
        </pc:sldMkLst>
        <pc:spChg chg="mod">
          <ac:chgData name="willrock herrera" userId="d8be54d1-3e3c-4470-a1d6-0aadcc58e9ef" providerId="ADAL" clId="{B9AE5368-CB65-5A4E-9D6C-5032E415EE7F}" dt="2023-07-06T23:40:03.498" v="1074" actId="20577"/>
          <ac:spMkLst>
            <pc:docMk/>
            <pc:sldMk cId="3305518317" sldId="265"/>
            <ac:spMk id="2" creationId="{F54B1C6D-2105-499D-AAC9-8AA51C7BCD1C}"/>
          </ac:spMkLst>
        </pc:spChg>
        <pc:spChg chg="mod">
          <ac:chgData name="willrock herrera" userId="d8be54d1-3e3c-4470-a1d6-0aadcc58e9ef" providerId="ADAL" clId="{B9AE5368-CB65-5A4E-9D6C-5032E415EE7F}" dt="2023-07-06T23:40:30.813" v="1113" actId="20577"/>
          <ac:spMkLst>
            <pc:docMk/>
            <pc:sldMk cId="3305518317" sldId="265"/>
            <ac:spMk id="3" creationId="{A66E3F61-BE12-4984-92C8-2D390FC81C5A}"/>
          </ac:spMkLst>
        </pc:spChg>
        <pc:spChg chg="mod">
          <ac:chgData name="willrock herrera" userId="d8be54d1-3e3c-4470-a1d6-0aadcc58e9ef" providerId="ADAL" clId="{B9AE5368-CB65-5A4E-9D6C-5032E415EE7F}" dt="2023-07-06T23:42:41.846" v="1206" actId="22"/>
          <ac:spMkLst>
            <pc:docMk/>
            <pc:sldMk cId="3305518317" sldId="265"/>
            <ac:spMk id="4" creationId="{B74F0951-7481-4639-9C9D-3D4F73328068}"/>
          </ac:spMkLst>
        </pc:spChg>
        <pc:spChg chg="mod">
          <ac:chgData name="willrock herrera" userId="d8be54d1-3e3c-4470-a1d6-0aadcc58e9ef" providerId="ADAL" clId="{B9AE5368-CB65-5A4E-9D6C-5032E415EE7F}" dt="2023-07-06T23:40:52.613" v="1146" actId="20577"/>
          <ac:spMkLst>
            <pc:docMk/>
            <pc:sldMk cId="3305518317" sldId="265"/>
            <ac:spMk id="5" creationId="{7C46BAE5-62C6-45E6-AE3B-F2C878DE791C}"/>
          </ac:spMkLst>
        </pc:spChg>
        <pc:spChg chg="mod">
          <ac:chgData name="willrock herrera" userId="d8be54d1-3e3c-4470-a1d6-0aadcc58e9ef" providerId="ADAL" clId="{B9AE5368-CB65-5A4E-9D6C-5032E415EE7F}" dt="2023-07-06T23:43:01.649" v="1207" actId="22"/>
          <ac:spMkLst>
            <pc:docMk/>
            <pc:sldMk cId="3305518317" sldId="265"/>
            <ac:spMk id="6" creationId="{DFC1B606-1E53-4BEB-BB22-45DEDA24E343}"/>
          </ac:spMkLst>
        </pc:spChg>
        <pc:spChg chg="mod">
          <ac:chgData name="willrock herrera" userId="d8be54d1-3e3c-4470-a1d6-0aadcc58e9ef" providerId="ADAL" clId="{B9AE5368-CB65-5A4E-9D6C-5032E415EE7F}" dt="2023-07-06T23:41:28.704" v="1205" actId="20577"/>
          <ac:spMkLst>
            <pc:docMk/>
            <pc:sldMk cId="3305518317" sldId="265"/>
            <ac:spMk id="7" creationId="{076A29D4-190B-46E6-ADC4-18C7FEA91AF4}"/>
          </ac:spMkLst>
        </pc:spChg>
        <pc:spChg chg="mod">
          <ac:chgData name="willrock herrera" userId="d8be54d1-3e3c-4470-a1d6-0aadcc58e9ef" providerId="ADAL" clId="{B9AE5368-CB65-5A4E-9D6C-5032E415EE7F}" dt="2023-07-06T23:43:17.675" v="1209" actId="20577"/>
          <ac:spMkLst>
            <pc:docMk/>
            <pc:sldMk cId="3305518317" sldId="265"/>
            <ac:spMk id="8" creationId="{4FC948D5-69A8-4B5A-9607-64D0F8DA7F5E}"/>
          </ac:spMkLst>
        </pc:spChg>
      </pc:sldChg>
      <pc:sldChg chg="addSp delSp modSp mod setBg">
        <pc:chgData name="willrock herrera" userId="d8be54d1-3e3c-4470-a1d6-0aadcc58e9ef" providerId="ADAL" clId="{B9AE5368-CB65-5A4E-9D6C-5032E415EE7F}" dt="2023-07-07T00:20:55.963" v="2220" actId="14100"/>
        <pc:sldMkLst>
          <pc:docMk/>
          <pc:sldMk cId="1721841647" sldId="266"/>
        </pc:sldMkLst>
        <pc:spChg chg="mod">
          <ac:chgData name="willrock herrera" userId="d8be54d1-3e3c-4470-a1d6-0aadcc58e9ef" providerId="ADAL" clId="{B9AE5368-CB65-5A4E-9D6C-5032E415EE7F}" dt="2023-07-06T23:37:38.516" v="1039" actId="14100"/>
          <ac:spMkLst>
            <pc:docMk/>
            <pc:sldMk cId="1721841647" sldId="266"/>
            <ac:spMk id="2" creationId="{D4CB4489-FC73-422D-B916-0D61046F5294}"/>
          </ac:spMkLst>
        </pc:spChg>
        <pc:spChg chg="add del mod">
          <ac:chgData name="willrock herrera" userId="d8be54d1-3e3c-4470-a1d6-0aadcc58e9ef" providerId="ADAL" clId="{B9AE5368-CB65-5A4E-9D6C-5032E415EE7F}" dt="2023-07-06T23:39:13.541" v="1045" actId="14100"/>
          <ac:spMkLst>
            <pc:docMk/>
            <pc:sldMk cId="1721841647" sldId="266"/>
            <ac:spMk id="3" creationId="{0957B5A0-5976-4FBC-9F15-908902EAE359}"/>
          </ac:spMkLst>
        </pc:spChg>
        <pc:spChg chg="add del mod">
          <ac:chgData name="willrock herrera" userId="d8be54d1-3e3c-4470-a1d6-0aadcc58e9ef" providerId="ADAL" clId="{B9AE5368-CB65-5A4E-9D6C-5032E415EE7F}" dt="2023-07-06T23:36:49.256" v="1013" actId="478"/>
          <ac:spMkLst>
            <pc:docMk/>
            <pc:sldMk cId="1721841647" sldId="266"/>
            <ac:spMk id="5" creationId="{59E319BC-348E-EB66-57BD-6458BDCEEA2C}"/>
          </ac:spMkLst>
        </pc:spChg>
        <pc:spChg chg="add del mod">
          <ac:chgData name="willrock herrera" userId="d8be54d1-3e3c-4470-a1d6-0aadcc58e9ef" providerId="ADAL" clId="{B9AE5368-CB65-5A4E-9D6C-5032E415EE7F}" dt="2023-07-07T00:18:45.536" v="2208" actId="931"/>
          <ac:spMkLst>
            <pc:docMk/>
            <pc:sldMk cId="1721841647" sldId="266"/>
            <ac:spMk id="5" creationId="{5EEBE412-ABAA-2C99-E3FC-F90CC56EF214}"/>
          </ac:spMkLst>
        </pc:spChg>
        <pc:spChg chg="add del mod">
          <ac:chgData name="willrock herrera" userId="d8be54d1-3e3c-4470-a1d6-0aadcc58e9ef" providerId="ADAL" clId="{B9AE5368-CB65-5A4E-9D6C-5032E415EE7F}" dt="2023-07-06T23:36:13.159" v="994" actId="478"/>
          <ac:spMkLst>
            <pc:docMk/>
            <pc:sldMk cId="1721841647" sldId="266"/>
            <ac:spMk id="9" creationId="{9AD42E36-763B-6965-F5E7-F0A27306C539}"/>
          </ac:spMkLst>
        </pc:spChg>
        <pc:spChg chg="add del">
          <ac:chgData name="willrock herrera" userId="d8be54d1-3e3c-4470-a1d6-0aadcc58e9ef" providerId="ADAL" clId="{B9AE5368-CB65-5A4E-9D6C-5032E415EE7F}" dt="2023-07-06T23:36:48.228" v="1009" actId="26606"/>
          <ac:spMkLst>
            <pc:docMk/>
            <pc:sldMk cId="1721841647" sldId="266"/>
            <ac:spMk id="12" creationId="{DD651B61-325E-4E73-8445-38B0DE8AAAB6}"/>
          </ac:spMkLst>
        </pc:spChg>
        <pc:spChg chg="add del">
          <ac:chgData name="willrock herrera" userId="d8be54d1-3e3c-4470-a1d6-0aadcc58e9ef" providerId="ADAL" clId="{B9AE5368-CB65-5A4E-9D6C-5032E415EE7F}" dt="2023-07-06T23:36:48.228" v="1009" actId="26606"/>
          <ac:spMkLst>
            <pc:docMk/>
            <pc:sldMk cId="1721841647" sldId="266"/>
            <ac:spMk id="14" creationId="{B42E5253-D3AC-4AC2-B766-8B34F13C2F5E}"/>
          </ac:spMkLst>
        </pc:spChg>
        <pc:spChg chg="add del">
          <ac:chgData name="willrock herrera" userId="d8be54d1-3e3c-4470-a1d6-0aadcc58e9ef" providerId="ADAL" clId="{B9AE5368-CB65-5A4E-9D6C-5032E415EE7F}" dt="2023-07-06T23:36:48.228" v="1009" actId="26606"/>
          <ac:spMkLst>
            <pc:docMk/>
            <pc:sldMk cId="1721841647" sldId="266"/>
            <ac:spMk id="16" creationId="{10AE8D57-436A-4073-9A75-15BB5949F8B4}"/>
          </ac:spMkLst>
        </pc:spChg>
        <pc:spChg chg="add del">
          <ac:chgData name="willrock herrera" userId="d8be54d1-3e3c-4470-a1d6-0aadcc58e9ef" providerId="ADAL" clId="{B9AE5368-CB65-5A4E-9D6C-5032E415EE7F}" dt="2023-07-06T23:36:48.228" v="1009" actId="26606"/>
          <ac:spMkLst>
            <pc:docMk/>
            <pc:sldMk cId="1721841647" sldId="266"/>
            <ac:spMk id="18" creationId="{E2852671-8EB6-4EAF-8AF8-65CF3FD66456}"/>
          </ac:spMkLst>
        </pc:spChg>
        <pc:spChg chg="add del">
          <ac:chgData name="willrock herrera" userId="d8be54d1-3e3c-4470-a1d6-0aadcc58e9ef" providerId="ADAL" clId="{B9AE5368-CB65-5A4E-9D6C-5032E415EE7F}" dt="2023-07-06T23:36:48.228" v="1009" actId="26606"/>
          <ac:spMkLst>
            <pc:docMk/>
            <pc:sldMk cId="1721841647" sldId="266"/>
            <ac:spMk id="20" creationId="{30B2430D-0AB4-4007-AD20-237C0A26D0D3}"/>
          </ac:spMkLst>
        </pc:spChg>
        <pc:spChg chg="add del">
          <ac:chgData name="willrock herrera" userId="d8be54d1-3e3c-4470-a1d6-0aadcc58e9ef" providerId="ADAL" clId="{B9AE5368-CB65-5A4E-9D6C-5032E415EE7F}" dt="2023-07-06T23:36:48.228" v="1009" actId="26606"/>
          <ac:spMkLst>
            <pc:docMk/>
            <pc:sldMk cId="1721841647" sldId="266"/>
            <ac:spMk id="22" creationId="{6A0D39B4-0762-459B-8C7E-09126E2F33D6}"/>
          </ac:spMkLst>
        </pc:spChg>
        <pc:spChg chg="add del">
          <ac:chgData name="willrock herrera" userId="d8be54d1-3e3c-4470-a1d6-0aadcc58e9ef" providerId="ADAL" clId="{B9AE5368-CB65-5A4E-9D6C-5032E415EE7F}" dt="2023-07-06T23:36:48.228" v="1009" actId="26606"/>
          <ac:spMkLst>
            <pc:docMk/>
            <pc:sldMk cId="1721841647" sldId="266"/>
            <ac:spMk id="24" creationId="{A6645556-CD09-4B58-A2E2-995E931008BA}"/>
          </ac:spMkLst>
        </pc:spChg>
        <pc:spChg chg="add del">
          <ac:chgData name="willrock herrera" userId="d8be54d1-3e3c-4470-a1d6-0aadcc58e9ef" providerId="ADAL" clId="{B9AE5368-CB65-5A4E-9D6C-5032E415EE7F}" dt="2023-07-06T23:36:48.228" v="1009" actId="26606"/>
          <ac:spMkLst>
            <pc:docMk/>
            <pc:sldMk cId="1721841647" sldId="266"/>
            <ac:spMk id="26" creationId="{9D012287-A70E-4587-B36A-B249E8A26E35}"/>
          </ac:spMkLst>
        </pc:spChg>
        <pc:spChg chg="add del">
          <ac:chgData name="willrock herrera" userId="d8be54d1-3e3c-4470-a1d6-0aadcc58e9ef" providerId="ADAL" clId="{B9AE5368-CB65-5A4E-9D6C-5032E415EE7F}" dt="2023-07-06T23:36:48.228" v="1009" actId="26606"/>
          <ac:spMkLst>
            <pc:docMk/>
            <pc:sldMk cId="1721841647" sldId="266"/>
            <ac:spMk id="28" creationId="{1064C44D-91AF-4137-BC06-4F0B21DDCC55}"/>
          </ac:spMkLst>
        </pc:spChg>
        <pc:spChg chg="add del">
          <ac:chgData name="willrock herrera" userId="d8be54d1-3e3c-4470-a1d6-0aadcc58e9ef" providerId="ADAL" clId="{B9AE5368-CB65-5A4E-9D6C-5032E415EE7F}" dt="2023-07-06T23:36:48.228" v="1009" actId="26606"/>
          <ac:spMkLst>
            <pc:docMk/>
            <pc:sldMk cId="1721841647" sldId="266"/>
            <ac:spMk id="30" creationId="{229A9569-B54F-4022-89FD-8D5585618B1A}"/>
          </ac:spMkLst>
        </pc:spChg>
        <pc:picChg chg="add del">
          <ac:chgData name="willrock herrera" userId="d8be54d1-3e3c-4470-a1d6-0aadcc58e9ef" providerId="ADAL" clId="{B9AE5368-CB65-5A4E-9D6C-5032E415EE7F}" dt="2023-07-07T00:14:29.687" v="2203" actId="478"/>
          <ac:picMkLst>
            <pc:docMk/>
            <pc:sldMk cId="1721841647" sldId="266"/>
            <ac:picMk id="6" creationId="{2E4C2C15-C217-4490-A3A7-E98F49FDF079}"/>
          </ac:picMkLst>
        </pc:picChg>
        <pc:picChg chg="add del mod ord">
          <ac:chgData name="willrock herrera" userId="d8be54d1-3e3c-4470-a1d6-0aadcc58e9ef" providerId="ADAL" clId="{B9AE5368-CB65-5A4E-9D6C-5032E415EE7F}" dt="2023-07-06T23:36:48.374" v="1011" actId="931"/>
          <ac:picMkLst>
            <pc:docMk/>
            <pc:sldMk cId="1721841647" sldId="266"/>
            <ac:picMk id="7" creationId="{4B7441A6-5C25-7202-0EBD-0FBB4DAFEC90}"/>
          </ac:picMkLst>
        </pc:picChg>
        <pc:picChg chg="add del mod ord">
          <ac:chgData name="willrock herrera" userId="d8be54d1-3e3c-4470-a1d6-0aadcc58e9ef" providerId="ADAL" clId="{B9AE5368-CB65-5A4E-9D6C-5032E415EE7F}" dt="2023-07-07T00:14:42.683" v="2205" actId="931"/>
          <ac:picMkLst>
            <pc:docMk/>
            <pc:sldMk cId="1721841647" sldId="266"/>
            <ac:picMk id="7" creationId="{9EB584DC-DA1A-9D2E-90B4-60CDACED2289}"/>
          </ac:picMkLst>
        </pc:picChg>
        <pc:picChg chg="add del mod">
          <ac:chgData name="willrock herrera" userId="d8be54d1-3e3c-4470-a1d6-0aadcc58e9ef" providerId="ADAL" clId="{B9AE5368-CB65-5A4E-9D6C-5032E415EE7F}" dt="2023-07-07T00:17:59.284" v="2207" actId="22"/>
          <ac:picMkLst>
            <pc:docMk/>
            <pc:sldMk cId="1721841647" sldId="266"/>
            <ac:picMk id="10" creationId="{0EEE8809-7AAC-D8D8-A275-A55CFB405A9F}"/>
          </ac:picMkLst>
        </pc:picChg>
        <pc:picChg chg="add mod ord modCrop">
          <ac:chgData name="willrock herrera" userId="d8be54d1-3e3c-4470-a1d6-0aadcc58e9ef" providerId="ADAL" clId="{B9AE5368-CB65-5A4E-9D6C-5032E415EE7F}" dt="2023-07-07T00:20:55.963" v="2220" actId="14100"/>
          <ac:picMkLst>
            <pc:docMk/>
            <pc:sldMk cId="1721841647" sldId="266"/>
            <ac:picMk id="11" creationId="{3864FB62-6F13-1BDE-AC18-21BDBC43ED31}"/>
          </ac:picMkLst>
        </pc:picChg>
      </pc:sldChg>
      <pc:sldChg chg="del">
        <pc:chgData name="willrock herrera" userId="d8be54d1-3e3c-4470-a1d6-0aadcc58e9ef" providerId="ADAL" clId="{B9AE5368-CB65-5A4E-9D6C-5032E415EE7F}" dt="2023-07-06T23:39:32.434" v="1049" actId="2696"/>
        <pc:sldMkLst>
          <pc:docMk/>
          <pc:sldMk cId="1173985025" sldId="267"/>
        </pc:sldMkLst>
      </pc:sldChg>
      <pc:sldChg chg="addSp delSp modSp new mod modClrScheme chgLayout">
        <pc:chgData name="willrock herrera" userId="d8be54d1-3e3c-4470-a1d6-0aadcc58e9ef" providerId="ADAL" clId="{B9AE5368-CB65-5A4E-9D6C-5032E415EE7F}" dt="2023-07-07T00:25:37.267" v="2341" actId="20577"/>
        <pc:sldMkLst>
          <pc:docMk/>
          <pc:sldMk cId="3094548753" sldId="267"/>
        </pc:sldMkLst>
        <pc:spChg chg="mod ord">
          <ac:chgData name="willrock herrera" userId="d8be54d1-3e3c-4470-a1d6-0aadcc58e9ef" providerId="ADAL" clId="{B9AE5368-CB65-5A4E-9D6C-5032E415EE7F}" dt="2023-07-06T23:45:16.330" v="1249" actId="20577"/>
          <ac:spMkLst>
            <pc:docMk/>
            <pc:sldMk cId="3094548753" sldId="267"/>
            <ac:spMk id="2" creationId="{E64BB3F2-AABA-10BB-0D7B-0AE32A617346}"/>
          </ac:spMkLst>
        </pc:spChg>
        <pc:spChg chg="del">
          <ac:chgData name="willrock herrera" userId="d8be54d1-3e3c-4470-a1d6-0aadcc58e9ef" providerId="ADAL" clId="{B9AE5368-CB65-5A4E-9D6C-5032E415EE7F}" dt="2023-07-06T23:44:54.273" v="1211" actId="700"/>
          <ac:spMkLst>
            <pc:docMk/>
            <pc:sldMk cId="3094548753" sldId="267"/>
            <ac:spMk id="3" creationId="{2F41290C-B1FE-39A2-6C7D-7A137F1BFACE}"/>
          </ac:spMkLst>
        </pc:spChg>
        <pc:spChg chg="mod ord">
          <ac:chgData name="willrock herrera" userId="d8be54d1-3e3c-4470-a1d6-0aadcc58e9ef" providerId="ADAL" clId="{B9AE5368-CB65-5A4E-9D6C-5032E415EE7F}" dt="2023-07-06T23:47:49.334" v="1351" actId="1035"/>
          <ac:spMkLst>
            <pc:docMk/>
            <pc:sldMk cId="3094548753" sldId="267"/>
            <ac:spMk id="4" creationId="{8EBF11AA-910C-F8D3-FED0-CF5CB181DF77}"/>
          </ac:spMkLst>
        </pc:spChg>
        <pc:spChg chg="del">
          <ac:chgData name="willrock herrera" userId="d8be54d1-3e3c-4470-a1d6-0aadcc58e9ef" providerId="ADAL" clId="{B9AE5368-CB65-5A4E-9D6C-5032E415EE7F}" dt="2023-07-06T23:44:54.273" v="1211" actId="700"/>
          <ac:spMkLst>
            <pc:docMk/>
            <pc:sldMk cId="3094548753" sldId="267"/>
            <ac:spMk id="5" creationId="{E3316D5E-5916-478E-0282-23F9C6B9E984}"/>
          </ac:spMkLst>
        </pc:spChg>
        <pc:spChg chg="del">
          <ac:chgData name="willrock herrera" userId="d8be54d1-3e3c-4470-a1d6-0aadcc58e9ef" providerId="ADAL" clId="{B9AE5368-CB65-5A4E-9D6C-5032E415EE7F}" dt="2023-07-06T23:44:54.273" v="1211" actId="700"/>
          <ac:spMkLst>
            <pc:docMk/>
            <pc:sldMk cId="3094548753" sldId="267"/>
            <ac:spMk id="6" creationId="{6B3F8754-7A24-D1F4-605B-2B20B8E5184F}"/>
          </ac:spMkLst>
        </pc:spChg>
        <pc:spChg chg="mod ord">
          <ac:chgData name="willrock herrera" userId="d8be54d1-3e3c-4470-a1d6-0aadcc58e9ef" providerId="ADAL" clId="{B9AE5368-CB65-5A4E-9D6C-5032E415EE7F}" dt="2023-07-06T23:44:54.273" v="1211" actId="700"/>
          <ac:spMkLst>
            <pc:docMk/>
            <pc:sldMk cId="3094548753" sldId="267"/>
            <ac:spMk id="7" creationId="{06DBC093-9D84-47D0-9F84-6332A52CEC18}"/>
          </ac:spMkLst>
        </pc:spChg>
        <pc:spChg chg="mod ord">
          <ac:chgData name="willrock herrera" userId="d8be54d1-3e3c-4470-a1d6-0aadcc58e9ef" providerId="ADAL" clId="{B9AE5368-CB65-5A4E-9D6C-5032E415EE7F}" dt="2023-07-06T23:44:54.273" v="1211" actId="700"/>
          <ac:spMkLst>
            <pc:docMk/>
            <pc:sldMk cId="3094548753" sldId="267"/>
            <ac:spMk id="8" creationId="{7374762B-5697-30E0-83D7-CE1F81108EDA}"/>
          </ac:spMkLst>
        </pc:spChg>
        <pc:spChg chg="add mod">
          <ac:chgData name="willrock herrera" userId="d8be54d1-3e3c-4470-a1d6-0aadcc58e9ef" providerId="ADAL" clId="{B9AE5368-CB65-5A4E-9D6C-5032E415EE7F}" dt="2023-07-07T00:25:37.267" v="2341" actId="20577"/>
          <ac:spMkLst>
            <pc:docMk/>
            <pc:sldMk cId="3094548753" sldId="267"/>
            <ac:spMk id="9" creationId="{9501CAE4-529C-95FF-4FC3-70E90A83F81E}"/>
          </ac:spMkLst>
        </pc:spChg>
      </pc:sldChg>
      <pc:sldChg chg="modSp add ord">
        <pc:chgData name="willrock herrera" userId="d8be54d1-3e3c-4470-a1d6-0aadcc58e9ef" providerId="ADAL" clId="{B9AE5368-CB65-5A4E-9D6C-5032E415EE7F}" dt="2023-07-07T00:23:33.942" v="2335" actId="20577"/>
        <pc:sldMkLst>
          <pc:docMk/>
          <pc:sldMk cId="3704188487" sldId="268"/>
        </pc:sldMkLst>
        <pc:spChg chg="mod">
          <ac:chgData name="willrock herrera" userId="d8be54d1-3e3c-4470-a1d6-0aadcc58e9ef" providerId="ADAL" clId="{B9AE5368-CB65-5A4E-9D6C-5032E415EE7F}" dt="2023-07-06T23:48:41.016" v="1364" actId="20577"/>
          <ac:spMkLst>
            <pc:docMk/>
            <pc:sldMk cId="3704188487" sldId="268"/>
            <ac:spMk id="2" creationId="{F54B1C6D-2105-499D-AAC9-8AA51C7BCD1C}"/>
          </ac:spMkLst>
        </pc:spChg>
        <pc:spChg chg="mod">
          <ac:chgData name="willrock herrera" userId="d8be54d1-3e3c-4470-a1d6-0aadcc58e9ef" providerId="ADAL" clId="{B9AE5368-CB65-5A4E-9D6C-5032E415EE7F}" dt="2023-07-06T23:56:38.867" v="1391" actId="20577"/>
          <ac:spMkLst>
            <pc:docMk/>
            <pc:sldMk cId="3704188487" sldId="268"/>
            <ac:spMk id="3" creationId="{A66E3F61-BE12-4984-92C8-2D390FC81C5A}"/>
          </ac:spMkLst>
        </pc:spChg>
        <pc:spChg chg="mod">
          <ac:chgData name="willrock herrera" userId="d8be54d1-3e3c-4470-a1d6-0aadcc58e9ef" providerId="ADAL" clId="{B9AE5368-CB65-5A4E-9D6C-5032E415EE7F}" dt="2023-07-07T00:23:33.942" v="2335" actId="20577"/>
          <ac:spMkLst>
            <pc:docMk/>
            <pc:sldMk cId="3704188487" sldId="268"/>
            <ac:spMk id="4" creationId="{B74F0951-7481-4639-9C9D-3D4F73328068}"/>
          </ac:spMkLst>
        </pc:spChg>
        <pc:spChg chg="mod">
          <ac:chgData name="willrock herrera" userId="d8be54d1-3e3c-4470-a1d6-0aadcc58e9ef" providerId="ADAL" clId="{B9AE5368-CB65-5A4E-9D6C-5032E415EE7F}" dt="2023-07-06T23:56:46.067" v="1399" actId="20577"/>
          <ac:spMkLst>
            <pc:docMk/>
            <pc:sldMk cId="3704188487" sldId="268"/>
            <ac:spMk id="5" creationId="{7C46BAE5-62C6-45E6-AE3B-F2C878DE791C}"/>
          </ac:spMkLst>
        </pc:spChg>
        <pc:spChg chg="mod">
          <ac:chgData name="willrock herrera" userId="d8be54d1-3e3c-4470-a1d6-0aadcc58e9ef" providerId="ADAL" clId="{B9AE5368-CB65-5A4E-9D6C-5032E415EE7F}" dt="2023-07-07T00:22:28.747" v="2263" actId="20577"/>
          <ac:spMkLst>
            <pc:docMk/>
            <pc:sldMk cId="3704188487" sldId="268"/>
            <ac:spMk id="6" creationId="{DFC1B606-1E53-4BEB-BB22-45DEDA24E343}"/>
          </ac:spMkLst>
        </pc:spChg>
        <pc:spChg chg="mod">
          <ac:chgData name="willrock herrera" userId="d8be54d1-3e3c-4470-a1d6-0aadcc58e9ef" providerId="ADAL" clId="{B9AE5368-CB65-5A4E-9D6C-5032E415EE7F}" dt="2023-07-06T23:56:53.253" v="1408" actId="20577"/>
          <ac:spMkLst>
            <pc:docMk/>
            <pc:sldMk cId="3704188487" sldId="268"/>
            <ac:spMk id="7" creationId="{076A29D4-190B-46E6-ADC4-18C7FEA91AF4}"/>
          </ac:spMkLst>
        </pc:spChg>
        <pc:spChg chg="mod">
          <ac:chgData name="willrock herrera" userId="d8be54d1-3e3c-4470-a1d6-0aadcc58e9ef" providerId="ADAL" clId="{B9AE5368-CB65-5A4E-9D6C-5032E415EE7F}" dt="2023-07-07T00:23:14.143" v="2304" actId="20577"/>
          <ac:spMkLst>
            <pc:docMk/>
            <pc:sldMk cId="3704188487" sldId="268"/>
            <ac:spMk id="8" creationId="{4FC948D5-69A8-4B5A-9607-64D0F8DA7F5E}"/>
          </ac:spMkLst>
        </pc:spChg>
      </pc:sldChg>
      <pc:sldChg chg="addSp delSp modSp add">
        <pc:chgData name="willrock herrera" userId="d8be54d1-3e3c-4470-a1d6-0aadcc58e9ef" providerId="ADAL" clId="{B9AE5368-CB65-5A4E-9D6C-5032E415EE7F}" dt="2023-07-07T00:27:37.273" v="2414" actId="20577"/>
        <pc:sldMkLst>
          <pc:docMk/>
          <pc:sldMk cId="737424906" sldId="269"/>
        </pc:sldMkLst>
        <pc:spChg chg="mod">
          <ac:chgData name="willrock herrera" userId="d8be54d1-3e3c-4470-a1d6-0aadcc58e9ef" providerId="ADAL" clId="{B9AE5368-CB65-5A4E-9D6C-5032E415EE7F}" dt="2023-07-06T23:48:49.783" v="1374" actId="20577"/>
          <ac:spMkLst>
            <pc:docMk/>
            <pc:sldMk cId="737424906" sldId="269"/>
            <ac:spMk id="2" creationId="{F54B1C6D-2105-499D-AAC9-8AA51C7BCD1C}"/>
          </ac:spMkLst>
        </pc:spChg>
        <pc:spChg chg="mod">
          <ac:chgData name="willrock herrera" userId="d8be54d1-3e3c-4470-a1d6-0aadcc58e9ef" providerId="ADAL" clId="{B9AE5368-CB65-5A4E-9D6C-5032E415EE7F}" dt="2023-07-06T23:57:08.432" v="1422" actId="20577"/>
          <ac:spMkLst>
            <pc:docMk/>
            <pc:sldMk cId="737424906" sldId="269"/>
            <ac:spMk id="3" creationId="{A66E3F61-BE12-4984-92C8-2D390FC81C5A}"/>
          </ac:spMkLst>
        </pc:spChg>
        <pc:spChg chg="mod">
          <ac:chgData name="willrock herrera" userId="d8be54d1-3e3c-4470-a1d6-0aadcc58e9ef" providerId="ADAL" clId="{B9AE5368-CB65-5A4E-9D6C-5032E415EE7F}" dt="2023-07-07T00:01:17.715" v="1861" actId="20577"/>
          <ac:spMkLst>
            <pc:docMk/>
            <pc:sldMk cId="737424906" sldId="269"/>
            <ac:spMk id="4" creationId="{B74F0951-7481-4639-9C9D-3D4F73328068}"/>
          </ac:spMkLst>
        </pc:spChg>
        <pc:spChg chg="mod">
          <ac:chgData name="willrock herrera" userId="d8be54d1-3e3c-4470-a1d6-0aadcc58e9ef" providerId="ADAL" clId="{B9AE5368-CB65-5A4E-9D6C-5032E415EE7F}" dt="2023-07-06T23:57:15.730" v="1430" actId="20577"/>
          <ac:spMkLst>
            <pc:docMk/>
            <pc:sldMk cId="737424906" sldId="269"/>
            <ac:spMk id="5" creationId="{7C46BAE5-62C6-45E6-AE3B-F2C878DE791C}"/>
          </ac:spMkLst>
        </pc:spChg>
        <pc:spChg chg="mod">
          <ac:chgData name="willrock herrera" userId="d8be54d1-3e3c-4470-a1d6-0aadcc58e9ef" providerId="ADAL" clId="{B9AE5368-CB65-5A4E-9D6C-5032E415EE7F}" dt="2023-07-07T00:03:28.608" v="2037" actId="20577"/>
          <ac:spMkLst>
            <pc:docMk/>
            <pc:sldMk cId="737424906" sldId="269"/>
            <ac:spMk id="6" creationId="{DFC1B606-1E53-4BEB-BB22-45DEDA24E343}"/>
          </ac:spMkLst>
        </pc:spChg>
        <pc:spChg chg="mod">
          <ac:chgData name="willrock herrera" userId="d8be54d1-3e3c-4470-a1d6-0aadcc58e9ef" providerId="ADAL" clId="{B9AE5368-CB65-5A4E-9D6C-5032E415EE7F}" dt="2023-07-07T00:26:50.765" v="2348" actId="20577"/>
          <ac:spMkLst>
            <pc:docMk/>
            <pc:sldMk cId="737424906" sldId="269"/>
            <ac:spMk id="7" creationId="{076A29D4-190B-46E6-ADC4-18C7FEA91AF4}"/>
          </ac:spMkLst>
        </pc:spChg>
        <pc:spChg chg="mod">
          <ac:chgData name="willrock herrera" userId="d8be54d1-3e3c-4470-a1d6-0aadcc58e9ef" providerId="ADAL" clId="{B9AE5368-CB65-5A4E-9D6C-5032E415EE7F}" dt="2023-07-07T00:27:37.273" v="2414" actId="20577"/>
          <ac:spMkLst>
            <pc:docMk/>
            <pc:sldMk cId="737424906" sldId="269"/>
            <ac:spMk id="8" creationId="{4FC948D5-69A8-4B5A-9607-64D0F8DA7F5E}"/>
          </ac:spMkLst>
        </pc:spChg>
        <pc:spChg chg="add del">
          <ac:chgData name="willrock herrera" userId="d8be54d1-3e3c-4470-a1d6-0aadcc58e9ef" providerId="ADAL" clId="{B9AE5368-CB65-5A4E-9D6C-5032E415EE7F}" dt="2023-07-07T00:03:56.566" v="2039" actId="22"/>
          <ac:spMkLst>
            <pc:docMk/>
            <pc:sldMk cId="737424906" sldId="269"/>
            <ac:spMk id="12" creationId="{CF8D1A49-1EBE-DA75-89B9-550C739B38D3}"/>
          </ac:spMkLst>
        </pc:spChg>
      </pc:sldChg>
      <pc:sldChg chg="del">
        <pc:chgData name="willrock herrera" userId="d8be54d1-3e3c-4470-a1d6-0aadcc58e9ef" providerId="ADAL" clId="{B9AE5368-CB65-5A4E-9D6C-5032E415EE7F}" dt="2023-07-06T23:39:28.931" v="1047" actId="2696"/>
        <pc:sldMkLst>
          <pc:docMk/>
          <pc:sldMk cId="2809739222" sldId="269"/>
        </pc:sldMkLst>
      </pc:sldChg>
      <pc:sldChg chg="del">
        <pc:chgData name="willrock herrera" userId="d8be54d1-3e3c-4470-a1d6-0aadcc58e9ef" providerId="ADAL" clId="{B9AE5368-CB65-5A4E-9D6C-5032E415EE7F}" dt="2023-07-06T23:39:30.853" v="1048" actId="2696"/>
        <pc:sldMkLst>
          <pc:docMk/>
          <pc:sldMk cId="1508071221" sldId="270"/>
        </pc:sldMkLst>
      </pc:sldChg>
      <pc:sldChg chg="modSp add">
        <pc:chgData name="willrock herrera" userId="d8be54d1-3e3c-4470-a1d6-0aadcc58e9ef" providerId="ADAL" clId="{B9AE5368-CB65-5A4E-9D6C-5032E415EE7F}" dt="2023-07-07T00:07:38.469" v="2125" actId="14100"/>
        <pc:sldMkLst>
          <pc:docMk/>
          <pc:sldMk cId="2332967194" sldId="270"/>
        </pc:sldMkLst>
        <pc:spChg chg="mod">
          <ac:chgData name="willrock herrera" userId="d8be54d1-3e3c-4470-a1d6-0aadcc58e9ef" providerId="ADAL" clId="{B9AE5368-CB65-5A4E-9D6C-5032E415EE7F}" dt="2023-07-07T00:04:08.934" v="2051" actId="20577"/>
          <ac:spMkLst>
            <pc:docMk/>
            <pc:sldMk cId="2332967194" sldId="270"/>
            <ac:spMk id="2" creationId="{F54B1C6D-2105-499D-AAC9-8AA51C7BCD1C}"/>
          </ac:spMkLst>
        </pc:spChg>
        <pc:spChg chg="mod">
          <ac:chgData name="willrock herrera" userId="d8be54d1-3e3c-4470-a1d6-0aadcc58e9ef" providerId="ADAL" clId="{B9AE5368-CB65-5A4E-9D6C-5032E415EE7F}" dt="2023-07-07T00:04:21.384" v="2056" actId="20577"/>
          <ac:spMkLst>
            <pc:docMk/>
            <pc:sldMk cId="2332967194" sldId="270"/>
            <ac:spMk id="3" creationId="{A66E3F61-BE12-4984-92C8-2D390FC81C5A}"/>
          </ac:spMkLst>
        </pc:spChg>
        <pc:spChg chg="mod">
          <ac:chgData name="willrock herrera" userId="d8be54d1-3e3c-4470-a1d6-0aadcc58e9ef" providerId="ADAL" clId="{B9AE5368-CB65-5A4E-9D6C-5032E415EE7F}" dt="2023-07-07T00:05:45.352" v="2099" actId="20577"/>
          <ac:spMkLst>
            <pc:docMk/>
            <pc:sldMk cId="2332967194" sldId="270"/>
            <ac:spMk id="4" creationId="{B74F0951-7481-4639-9C9D-3D4F73328068}"/>
          </ac:spMkLst>
        </pc:spChg>
        <pc:spChg chg="mod">
          <ac:chgData name="willrock herrera" userId="d8be54d1-3e3c-4470-a1d6-0aadcc58e9ef" providerId="ADAL" clId="{B9AE5368-CB65-5A4E-9D6C-5032E415EE7F}" dt="2023-07-07T00:04:49.293" v="2069" actId="20577"/>
          <ac:spMkLst>
            <pc:docMk/>
            <pc:sldMk cId="2332967194" sldId="270"/>
            <ac:spMk id="5" creationId="{7C46BAE5-62C6-45E6-AE3B-F2C878DE791C}"/>
          </ac:spMkLst>
        </pc:spChg>
        <pc:spChg chg="mod">
          <ac:chgData name="willrock herrera" userId="d8be54d1-3e3c-4470-a1d6-0aadcc58e9ef" providerId="ADAL" clId="{B9AE5368-CB65-5A4E-9D6C-5032E415EE7F}" dt="2023-07-07T00:06:02.361" v="2100" actId="22"/>
          <ac:spMkLst>
            <pc:docMk/>
            <pc:sldMk cId="2332967194" sldId="270"/>
            <ac:spMk id="6" creationId="{DFC1B606-1E53-4BEB-BB22-45DEDA24E343}"/>
          </ac:spMkLst>
        </pc:spChg>
        <pc:spChg chg="mod">
          <ac:chgData name="willrock herrera" userId="d8be54d1-3e3c-4470-a1d6-0aadcc58e9ef" providerId="ADAL" clId="{B9AE5368-CB65-5A4E-9D6C-5032E415EE7F}" dt="2023-07-07T00:04:56.600" v="2081" actId="20577"/>
          <ac:spMkLst>
            <pc:docMk/>
            <pc:sldMk cId="2332967194" sldId="270"/>
            <ac:spMk id="7" creationId="{076A29D4-190B-46E6-ADC4-18C7FEA91AF4}"/>
          </ac:spMkLst>
        </pc:spChg>
        <pc:spChg chg="mod">
          <ac:chgData name="willrock herrera" userId="d8be54d1-3e3c-4470-a1d6-0aadcc58e9ef" providerId="ADAL" clId="{B9AE5368-CB65-5A4E-9D6C-5032E415EE7F}" dt="2023-07-07T00:06:15.118" v="2103" actId="27636"/>
          <ac:spMkLst>
            <pc:docMk/>
            <pc:sldMk cId="2332967194" sldId="270"/>
            <ac:spMk id="8" creationId="{4FC948D5-69A8-4B5A-9607-64D0F8DA7F5E}"/>
          </ac:spMkLst>
        </pc:spChg>
        <pc:spChg chg="mod">
          <ac:chgData name="willrock herrera" userId="d8be54d1-3e3c-4470-a1d6-0aadcc58e9ef" providerId="ADAL" clId="{B9AE5368-CB65-5A4E-9D6C-5032E415EE7F}" dt="2023-07-07T00:07:38.469" v="2125" actId="14100"/>
          <ac:spMkLst>
            <pc:docMk/>
            <pc:sldMk cId="2332967194" sldId="270"/>
            <ac:spMk id="10" creationId="{DB3A5D52-6C62-483D-B596-AA67C9226361}"/>
          </ac:spMkLst>
        </pc:spChg>
      </pc:sldChg>
    </pc:docChg>
  </pc:docChgLst>
  <pc:docChgLst>
    <pc:chgData name="willrock herrera" userId="S::wherrera6@student.umgc.edu::d8be54d1-3e3c-4470-a1d6-0aadcc58e9ef" providerId="AD" clId="Web-{986C9AD6-1950-478A-9922-AF99B342D237}"/>
    <pc:docChg chg="modSld">
      <pc:chgData name="willrock herrera" userId="S::wherrera6@student.umgc.edu::d8be54d1-3e3c-4470-a1d6-0aadcc58e9ef" providerId="AD" clId="Web-{986C9AD6-1950-478A-9922-AF99B342D237}" dt="2023-07-04T23:35:15.612" v="7" actId="20577"/>
      <pc:docMkLst>
        <pc:docMk/>
      </pc:docMkLst>
      <pc:sldChg chg="addSp modSp mod setBg addAnim">
        <pc:chgData name="willrock herrera" userId="S::wherrera6@student.umgc.edu::d8be54d1-3e3c-4470-a1d6-0aadcc58e9ef" providerId="AD" clId="Web-{986C9AD6-1950-478A-9922-AF99B342D237}" dt="2023-07-04T23:35:15.612" v="7" actId="20577"/>
        <pc:sldMkLst>
          <pc:docMk/>
          <pc:sldMk cId="1039759085" sldId="256"/>
        </pc:sldMkLst>
        <pc:spChg chg="mod">
          <ac:chgData name="willrock herrera" userId="S::wherrera6@student.umgc.edu::d8be54d1-3e3c-4470-a1d6-0aadcc58e9ef" providerId="AD" clId="Web-{986C9AD6-1950-478A-9922-AF99B342D237}" dt="2023-07-04T23:34:48.532" v="5" actId="20577"/>
          <ac:spMkLst>
            <pc:docMk/>
            <pc:sldMk cId="1039759085" sldId="256"/>
            <ac:spMk id="4" creationId="{8359453A-78E9-42AE-AE23-C9D218CBC378}"/>
          </ac:spMkLst>
        </pc:spChg>
        <pc:spChg chg="mod">
          <ac:chgData name="willrock herrera" userId="S::wherrera6@student.umgc.edu::d8be54d1-3e3c-4470-a1d6-0aadcc58e9ef" providerId="AD" clId="Web-{986C9AD6-1950-478A-9922-AF99B342D237}" dt="2023-07-04T23:35:15.612" v="7" actId="20577"/>
          <ac:spMkLst>
            <pc:docMk/>
            <pc:sldMk cId="1039759085" sldId="256"/>
            <ac:spMk id="5" creationId="{639AF166-E191-409C-98AE-C2A47C576895}"/>
          </ac:spMkLst>
        </pc:spChg>
        <pc:spChg chg="add">
          <ac:chgData name="willrock herrera" userId="S::wherrera6@student.umgc.edu::d8be54d1-3e3c-4470-a1d6-0aadcc58e9ef" providerId="AD" clId="Web-{986C9AD6-1950-478A-9922-AF99B342D237}" dt="2023-07-04T23:33:51.685" v="0"/>
          <ac:spMkLst>
            <pc:docMk/>
            <pc:sldMk cId="1039759085" sldId="256"/>
            <ac:spMk id="13" creationId="{E6C8E6EB-4C59-429B-97E4-72A058CFC4FB}"/>
          </ac:spMkLst>
        </pc:spChg>
        <pc:spChg chg="add">
          <ac:chgData name="willrock herrera" userId="S::wherrera6@student.umgc.edu::d8be54d1-3e3c-4470-a1d6-0aadcc58e9ef" providerId="AD" clId="Web-{986C9AD6-1950-478A-9922-AF99B342D237}" dt="2023-07-04T23:33:51.685" v="0"/>
          <ac:spMkLst>
            <pc:docMk/>
            <pc:sldMk cId="1039759085" sldId="256"/>
            <ac:spMk id="15" creationId="{B5B90362-AFCC-46A9-B41C-A257A8C5B314}"/>
          </ac:spMkLst>
        </pc:spChg>
        <pc:spChg chg="add">
          <ac:chgData name="willrock herrera" userId="S::wherrera6@student.umgc.edu::d8be54d1-3e3c-4470-a1d6-0aadcc58e9ef" providerId="AD" clId="Web-{986C9AD6-1950-478A-9922-AF99B342D237}" dt="2023-07-04T23:33:51.685" v="0"/>
          <ac:spMkLst>
            <pc:docMk/>
            <pc:sldMk cId="1039759085" sldId="256"/>
            <ac:spMk id="17" creationId="{F71EF7F1-38BA-471D-8CD4-2A9AE8E35527}"/>
          </ac:spMkLst>
        </pc:spChg>
        <pc:spChg chg="add">
          <ac:chgData name="willrock herrera" userId="S::wherrera6@student.umgc.edu::d8be54d1-3e3c-4470-a1d6-0aadcc58e9ef" providerId="AD" clId="Web-{986C9AD6-1950-478A-9922-AF99B342D237}" dt="2023-07-04T23:33:51.685" v="0"/>
          <ac:spMkLst>
            <pc:docMk/>
            <pc:sldMk cId="1039759085" sldId="256"/>
            <ac:spMk id="19" creationId="{C0524398-BFB4-4C4A-8317-83B8729F9B26}"/>
          </ac:spMkLst>
        </pc:spChg>
        <pc:spChg chg="add">
          <ac:chgData name="willrock herrera" userId="S::wherrera6@student.umgc.edu::d8be54d1-3e3c-4470-a1d6-0aadcc58e9ef" providerId="AD" clId="Web-{986C9AD6-1950-478A-9922-AF99B342D237}" dt="2023-07-04T23:33:51.685" v="0"/>
          <ac:spMkLst>
            <pc:docMk/>
            <pc:sldMk cId="1039759085" sldId="256"/>
            <ac:spMk id="21" creationId="{007891EC-4501-44ED-A8C8-B11B6DB767AB}"/>
          </ac:spMkLst>
        </pc:spChg>
        <pc:picChg chg="mod ord">
          <ac:chgData name="willrock herrera" userId="S::wherrera6@student.umgc.edu::d8be54d1-3e3c-4470-a1d6-0aadcc58e9ef" providerId="AD" clId="Web-{986C9AD6-1950-478A-9922-AF99B342D237}" dt="2023-07-04T23:33:51.685" v="0"/>
          <ac:picMkLst>
            <pc:docMk/>
            <pc:sldMk cId="1039759085" sldId="256"/>
            <ac:picMk id="8" creationId="{D9011B7D-CD6B-49C3-8163-9672E7B5EB9C}"/>
          </ac:picMkLst>
        </pc:picChg>
        <pc:cxnChg chg="add">
          <ac:chgData name="willrock herrera" userId="S::wherrera6@student.umgc.edu::d8be54d1-3e3c-4470-a1d6-0aadcc58e9ef" providerId="AD" clId="Web-{986C9AD6-1950-478A-9922-AF99B342D237}" dt="2023-07-04T23:33:51.685" v="0"/>
          <ac:cxnSpMkLst>
            <pc:docMk/>
            <pc:sldMk cId="1039759085" sldId="256"/>
            <ac:cxnSpMk id="23" creationId="{34E5597F-CE67-4085-9548-E6A8036DA3BB}"/>
          </ac:cxnSpMkLst>
        </pc:cxnChg>
      </pc:sldChg>
    </pc:docChg>
  </pc:docChgLst>
  <pc:docChgLst>
    <pc:chgData name="willrock herrera" userId="d8be54d1-3e3c-4470-a1d6-0aadcc58e9ef" providerId="ADAL" clId="{FC382A29-2AA9-A74D-AF44-5A038B889298}"/>
    <pc:docChg chg="undo custSel modSld">
      <pc:chgData name="willrock herrera" userId="d8be54d1-3e3c-4470-a1d6-0aadcc58e9ef" providerId="ADAL" clId="{FC382A29-2AA9-A74D-AF44-5A038B889298}" dt="2023-07-11T18:49:18.055" v="19"/>
      <pc:docMkLst>
        <pc:docMk/>
      </pc:docMkLst>
      <pc:sldChg chg="addSp modSp modAnim">
        <pc:chgData name="willrock herrera" userId="d8be54d1-3e3c-4470-a1d6-0aadcc58e9ef" providerId="ADAL" clId="{FC382A29-2AA9-A74D-AF44-5A038B889298}" dt="2023-07-11T18:35:43.711" v="0"/>
        <pc:sldMkLst>
          <pc:docMk/>
          <pc:sldMk cId="1039759085" sldId="256"/>
        </pc:sldMkLst>
        <pc:picChg chg="add mod">
          <ac:chgData name="willrock herrera" userId="d8be54d1-3e3c-4470-a1d6-0aadcc58e9ef" providerId="ADAL" clId="{FC382A29-2AA9-A74D-AF44-5A038B889298}" dt="2023-07-11T18:35:43.711" v="0"/>
          <ac:picMkLst>
            <pc:docMk/>
            <pc:sldMk cId="1039759085" sldId="256"/>
            <ac:picMk id="2" creationId="{D3CC3F46-F6F2-E77D-7A76-67553397B2CD}"/>
          </ac:picMkLst>
        </pc:picChg>
      </pc:sldChg>
      <pc:sldChg chg="addSp modSp modAnim">
        <pc:chgData name="willrock herrera" userId="d8be54d1-3e3c-4470-a1d6-0aadcc58e9ef" providerId="ADAL" clId="{FC382A29-2AA9-A74D-AF44-5A038B889298}" dt="2023-07-11T18:41:25.067" v="1"/>
        <pc:sldMkLst>
          <pc:docMk/>
          <pc:sldMk cId="3980136776" sldId="259"/>
        </pc:sldMkLst>
        <pc:picChg chg="add mod">
          <ac:chgData name="willrock herrera" userId="d8be54d1-3e3c-4470-a1d6-0aadcc58e9ef" providerId="ADAL" clId="{FC382A29-2AA9-A74D-AF44-5A038B889298}" dt="2023-07-11T18:41:25.067" v="1"/>
          <ac:picMkLst>
            <pc:docMk/>
            <pc:sldMk cId="3980136776" sldId="259"/>
            <ac:picMk id="4" creationId="{CDBEEE2A-AFBE-0D90-4A15-4048F09B90EA}"/>
          </ac:picMkLst>
        </pc:picChg>
      </pc:sldChg>
      <pc:sldChg chg="addSp modSp modAnim">
        <pc:chgData name="willrock herrera" userId="d8be54d1-3e3c-4470-a1d6-0aadcc58e9ef" providerId="ADAL" clId="{FC382A29-2AA9-A74D-AF44-5A038B889298}" dt="2023-07-11T18:43:55.453" v="4"/>
        <pc:sldMkLst>
          <pc:docMk/>
          <pc:sldMk cId="3305518317" sldId="265"/>
        </pc:sldMkLst>
        <pc:picChg chg="add mod">
          <ac:chgData name="willrock herrera" userId="d8be54d1-3e3c-4470-a1d6-0aadcc58e9ef" providerId="ADAL" clId="{FC382A29-2AA9-A74D-AF44-5A038B889298}" dt="2023-07-11T18:43:55.453" v="4"/>
          <ac:picMkLst>
            <pc:docMk/>
            <pc:sldMk cId="3305518317" sldId="265"/>
            <ac:picMk id="9" creationId="{D445AB6E-1801-A21A-53FB-8D56D2EE0CC0}"/>
          </ac:picMkLst>
        </pc:picChg>
      </pc:sldChg>
      <pc:sldChg chg="addSp modSp modAnim">
        <pc:chgData name="willrock herrera" userId="d8be54d1-3e3c-4470-a1d6-0aadcc58e9ef" providerId="ADAL" clId="{FC382A29-2AA9-A74D-AF44-5A038B889298}" dt="2023-07-11T18:42:00.965" v="2"/>
        <pc:sldMkLst>
          <pc:docMk/>
          <pc:sldMk cId="1721841647" sldId="266"/>
        </pc:sldMkLst>
        <pc:picChg chg="add mod">
          <ac:chgData name="willrock herrera" userId="d8be54d1-3e3c-4470-a1d6-0aadcc58e9ef" providerId="ADAL" clId="{FC382A29-2AA9-A74D-AF44-5A038B889298}" dt="2023-07-11T18:42:00.965" v="2"/>
          <ac:picMkLst>
            <pc:docMk/>
            <pc:sldMk cId="1721841647" sldId="266"/>
            <ac:picMk id="4" creationId="{F359D757-FF3B-C7C6-AE1D-E56EBA0956C4}"/>
          </ac:picMkLst>
        </pc:picChg>
      </pc:sldChg>
      <pc:sldChg chg="addSp modSp modAnim">
        <pc:chgData name="willrock herrera" userId="d8be54d1-3e3c-4470-a1d6-0aadcc58e9ef" providerId="ADAL" clId="{FC382A29-2AA9-A74D-AF44-5A038B889298}" dt="2023-07-11T18:43:00.254" v="3"/>
        <pc:sldMkLst>
          <pc:docMk/>
          <pc:sldMk cId="3094548753" sldId="267"/>
        </pc:sldMkLst>
        <pc:picChg chg="add mod">
          <ac:chgData name="willrock herrera" userId="d8be54d1-3e3c-4470-a1d6-0aadcc58e9ef" providerId="ADAL" clId="{FC382A29-2AA9-A74D-AF44-5A038B889298}" dt="2023-07-11T18:43:00.254" v="3"/>
          <ac:picMkLst>
            <pc:docMk/>
            <pc:sldMk cId="3094548753" sldId="267"/>
            <ac:picMk id="3" creationId="{E28DE2B4-16E0-9524-6A6D-624C877446CE}"/>
          </ac:picMkLst>
        </pc:picChg>
      </pc:sldChg>
      <pc:sldChg chg="addSp modSp modAnim">
        <pc:chgData name="willrock herrera" userId="d8be54d1-3e3c-4470-a1d6-0aadcc58e9ef" providerId="ADAL" clId="{FC382A29-2AA9-A74D-AF44-5A038B889298}" dt="2023-07-11T18:45:43.084" v="5"/>
        <pc:sldMkLst>
          <pc:docMk/>
          <pc:sldMk cId="3704188487" sldId="268"/>
        </pc:sldMkLst>
        <pc:picChg chg="add mod">
          <ac:chgData name="willrock herrera" userId="d8be54d1-3e3c-4470-a1d6-0aadcc58e9ef" providerId="ADAL" clId="{FC382A29-2AA9-A74D-AF44-5A038B889298}" dt="2023-07-11T18:45:43.084" v="5"/>
          <ac:picMkLst>
            <pc:docMk/>
            <pc:sldMk cId="3704188487" sldId="268"/>
            <ac:picMk id="9" creationId="{85854263-CDED-48F4-F675-4B896FB0AAD0}"/>
          </ac:picMkLst>
        </pc:picChg>
      </pc:sldChg>
      <pc:sldChg chg="addSp delSp modSp mod modAnim">
        <pc:chgData name="willrock herrera" userId="d8be54d1-3e3c-4470-a1d6-0aadcc58e9ef" providerId="ADAL" clId="{FC382A29-2AA9-A74D-AF44-5A038B889298}" dt="2023-07-11T18:47:19.663" v="18"/>
        <pc:sldMkLst>
          <pc:docMk/>
          <pc:sldMk cId="737424906" sldId="269"/>
        </pc:sldMkLst>
        <pc:spChg chg="mod">
          <ac:chgData name="willrock herrera" userId="d8be54d1-3e3c-4470-a1d6-0aadcc58e9ef" providerId="ADAL" clId="{FC382A29-2AA9-A74D-AF44-5A038B889298}" dt="2023-07-11T18:46:26.245" v="16" actId="20577"/>
          <ac:spMkLst>
            <pc:docMk/>
            <pc:sldMk cId="737424906" sldId="269"/>
            <ac:spMk id="4" creationId="{B74F0951-7481-4639-9C9D-3D4F73328068}"/>
          </ac:spMkLst>
        </pc:spChg>
        <pc:spChg chg="del">
          <ac:chgData name="willrock herrera" userId="d8be54d1-3e3c-4470-a1d6-0aadcc58e9ef" providerId="ADAL" clId="{FC382A29-2AA9-A74D-AF44-5A038B889298}" dt="2023-07-11T18:46:06.796" v="6" actId="478"/>
          <ac:spMkLst>
            <pc:docMk/>
            <pc:sldMk cId="737424906" sldId="269"/>
            <ac:spMk id="7" creationId="{076A29D4-190B-46E6-ADC4-18C7FEA91AF4}"/>
          </ac:spMkLst>
        </pc:spChg>
        <pc:spChg chg="del mod">
          <ac:chgData name="willrock herrera" userId="d8be54d1-3e3c-4470-a1d6-0aadcc58e9ef" providerId="ADAL" clId="{FC382A29-2AA9-A74D-AF44-5A038B889298}" dt="2023-07-11T18:46:28.464" v="17" actId="478"/>
          <ac:spMkLst>
            <pc:docMk/>
            <pc:sldMk cId="737424906" sldId="269"/>
            <ac:spMk id="8" creationId="{4FC948D5-69A8-4B5A-9607-64D0F8DA7F5E}"/>
          </ac:spMkLst>
        </pc:spChg>
        <pc:spChg chg="add del mod">
          <ac:chgData name="willrock herrera" userId="d8be54d1-3e3c-4470-a1d6-0aadcc58e9ef" providerId="ADAL" clId="{FC382A29-2AA9-A74D-AF44-5A038B889298}" dt="2023-07-11T18:46:10.698" v="7" actId="478"/>
          <ac:spMkLst>
            <pc:docMk/>
            <pc:sldMk cId="737424906" sldId="269"/>
            <ac:spMk id="12" creationId="{94BFD1BC-564E-8556-FDFB-2FD7063CB26C}"/>
          </ac:spMkLst>
        </pc:spChg>
        <pc:picChg chg="add mod">
          <ac:chgData name="willrock herrera" userId="d8be54d1-3e3c-4470-a1d6-0aadcc58e9ef" providerId="ADAL" clId="{FC382A29-2AA9-A74D-AF44-5A038B889298}" dt="2023-07-11T18:47:19.663" v="18"/>
          <ac:picMkLst>
            <pc:docMk/>
            <pc:sldMk cId="737424906" sldId="269"/>
            <ac:picMk id="13" creationId="{4C279D6C-B52B-92A6-C000-381141CBD406}"/>
          </ac:picMkLst>
        </pc:picChg>
      </pc:sldChg>
      <pc:sldChg chg="addSp modSp modAnim">
        <pc:chgData name="willrock herrera" userId="d8be54d1-3e3c-4470-a1d6-0aadcc58e9ef" providerId="ADAL" clId="{FC382A29-2AA9-A74D-AF44-5A038B889298}" dt="2023-07-11T18:49:18.055" v="19"/>
        <pc:sldMkLst>
          <pc:docMk/>
          <pc:sldMk cId="2332967194" sldId="270"/>
        </pc:sldMkLst>
        <pc:picChg chg="add mod">
          <ac:chgData name="willrock herrera" userId="d8be54d1-3e3c-4470-a1d6-0aadcc58e9ef" providerId="ADAL" clId="{FC382A29-2AA9-A74D-AF44-5A038B889298}" dt="2023-07-11T18:49:18.055" v="19"/>
          <ac:picMkLst>
            <pc:docMk/>
            <pc:sldMk cId="2332967194" sldId="270"/>
            <ac:picMk id="9" creationId="{53A8115A-CCE1-947C-EE59-C397E865DA0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C3C3A6-B337-4D83-9CDB-B9C35780FF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1C79A68-3D73-4695-8C1E-3CDBCB536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97C6B7-F63D-48F8-8C65-A57506B0F13B}" type="datetimeFigureOut">
              <a:rPr lang="en-US" smtClean="0"/>
              <a:t>7/11/23</a:t>
            </a:fld>
            <a:endParaRPr lang="en-US"/>
          </a:p>
        </p:txBody>
      </p:sp>
      <p:sp>
        <p:nvSpPr>
          <p:cNvPr id="4" name="Footer Placeholder 3">
            <a:extLst>
              <a:ext uri="{FF2B5EF4-FFF2-40B4-BE49-F238E27FC236}">
                <a16:creationId xmlns:a16="http://schemas.microsoft.com/office/drawing/2014/main" id="{3CF5045C-A7CE-41D4-85C5-0E9ACEEF9B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59ABD0F-F8EA-4B9F-8647-FC7D4AE3D8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AB78DD-9481-4863-BCCC-946573546DA1}" type="slidenum">
              <a:rPr lang="en-US" smtClean="0"/>
              <a:t>‹#›</a:t>
            </a:fld>
            <a:endParaRPr lang="en-US"/>
          </a:p>
        </p:txBody>
      </p:sp>
    </p:spTree>
    <p:extLst>
      <p:ext uri="{BB962C8B-B14F-4D97-AF65-F5344CB8AC3E}">
        <p14:creationId xmlns:p14="http://schemas.microsoft.com/office/powerpoint/2010/main" val="585040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09A0FA-2191-4F92-A1E4-6EB4598AC4EC}" type="datetimeFigureOut">
              <a:rPr lang="en-US" smtClean="0"/>
              <a:t>7/11/23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3359F2-43EF-4812-9DC0-98C0B1A40681}" type="slidenum">
              <a:rPr lang="en-US" smtClean="0"/>
              <a:t>‹#›</a:t>
            </a:fld>
            <a:endParaRPr lang="en-US"/>
          </a:p>
        </p:txBody>
      </p:sp>
    </p:spTree>
    <p:extLst>
      <p:ext uri="{BB962C8B-B14F-4D97-AF65-F5344CB8AC3E}">
        <p14:creationId xmlns:p14="http://schemas.microsoft.com/office/powerpoint/2010/main" val="470111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a:t>
            </a:fld>
            <a:endParaRPr lang="en-US"/>
          </a:p>
        </p:txBody>
      </p:sp>
    </p:spTree>
    <p:extLst>
      <p:ext uri="{BB962C8B-B14F-4D97-AF65-F5344CB8AC3E}">
        <p14:creationId xmlns:p14="http://schemas.microsoft.com/office/powerpoint/2010/main" val="3690978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1937252-EACE-4232-855F-5C47E3F8B087}"/>
              </a:ext>
            </a:extLst>
          </p:cNvPr>
          <p:cNvSpPr>
            <a:spLocks noGrp="1"/>
          </p:cNvSpPr>
          <p:nvPr>
            <p:ph type="ctrTitle"/>
          </p:nvPr>
        </p:nvSpPr>
        <p:spPr>
          <a:xfrm>
            <a:off x="581191" y="704088"/>
            <a:ext cx="10993549" cy="1499616"/>
          </a:xfrm>
        </p:spPr>
        <p:txBody>
          <a:bodyPr/>
          <a:lstStyle/>
          <a:p>
            <a:endParaRPr lang="en-US"/>
          </a:p>
        </p:txBody>
      </p:sp>
      <p:sp>
        <p:nvSpPr>
          <p:cNvPr id="16" name="Subtitle 2">
            <a:extLst>
              <a:ext uri="{FF2B5EF4-FFF2-40B4-BE49-F238E27FC236}">
                <a16:creationId xmlns:a16="http://schemas.microsoft.com/office/drawing/2014/main" id="{3507450D-E801-41C1-9FD7-923530A06BD4}"/>
              </a:ext>
            </a:extLst>
          </p:cNvPr>
          <p:cNvSpPr>
            <a:spLocks noGrp="1"/>
          </p:cNvSpPr>
          <p:nvPr>
            <p:ph type="subTitle" idx="1"/>
          </p:nvPr>
        </p:nvSpPr>
        <p:spPr>
          <a:xfrm>
            <a:off x="581194" y="2495445"/>
            <a:ext cx="10993546" cy="468233"/>
          </a:xfrm>
        </p:spPr>
        <p:txBody>
          <a:bodyPr/>
          <a:lstStyle>
            <a:lvl1pPr marL="0" indent="0">
              <a:buNone/>
              <a:defRPr/>
            </a:lvl1pPr>
          </a:lstStyle>
          <a:p>
            <a:endParaRPr lang="en-US"/>
          </a:p>
        </p:txBody>
      </p:sp>
      <p:sp>
        <p:nvSpPr>
          <p:cNvPr id="25" name="Picture Placeholder 24">
            <a:extLst>
              <a:ext uri="{FF2B5EF4-FFF2-40B4-BE49-F238E27FC236}">
                <a16:creationId xmlns:a16="http://schemas.microsoft.com/office/drawing/2014/main" id="{CBA6DBC1-39A1-48A6-8B81-3CD966D06E81}"/>
              </a:ext>
            </a:extLst>
          </p:cNvPr>
          <p:cNvSpPr>
            <a:spLocks noGrp="1"/>
          </p:cNvSpPr>
          <p:nvPr>
            <p:ph type="pic" sz="quarter" idx="13"/>
          </p:nvPr>
        </p:nvSpPr>
        <p:spPr>
          <a:xfrm>
            <a:off x="448056" y="3081528"/>
            <a:ext cx="11265408" cy="3310128"/>
          </a:xfrm>
          <a:solidFill>
            <a:schemeClr val="accent2"/>
          </a:solidFill>
        </p:spPr>
        <p:txBody>
          <a:bodyPr/>
          <a:lstStyle/>
          <a:p>
            <a:endParaRPr lang="en-US"/>
          </a:p>
        </p:txBody>
      </p:sp>
    </p:spTree>
    <p:extLst>
      <p:ext uri="{BB962C8B-B14F-4D97-AF65-F5344CB8AC3E}">
        <p14:creationId xmlns:p14="http://schemas.microsoft.com/office/powerpoint/2010/main" val="3425283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26BD44-2224-46FF-A4E7-9C9FFE19726B}"/>
              </a:ext>
            </a:extLst>
          </p:cNvPr>
          <p:cNvSpPr>
            <a:spLocks noGrp="1"/>
          </p:cNvSpPr>
          <p:nvPr>
            <p:ph type="title"/>
          </p:nvPr>
        </p:nvSpPr>
        <p:spPr>
          <a:xfrm>
            <a:off x="581192" y="702155"/>
            <a:ext cx="3424138" cy="1500131"/>
          </a:xfrm>
        </p:spPr>
        <p:txBody>
          <a:bodyPr/>
          <a:lstStyle>
            <a:lvl1pPr>
              <a:defRPr/>
            </a:lvl1pPr>
          </a:lstStyle>
          <a:p>
            <a:endParaRPr lang="en-US"/>
          </a:p>
        </p:txBody>
      </p:sp>
      <p:sp>
        <p:nvSpPr>
          <p:cNvPr id="6" name="Content Placeholder 5">
            <a:extLst>
              <a:ext uri="{FF2B5EF4-FFF2-40B4-BE49-F238E27FC236}">
                <a16:creationId xmlns:a16="http://schemas.microsoft.com/office/drawing/2014/main" id="{728249B4-F572-49E8-9B53-CB4E629EB93F}"/>
              </a:ext>
            </a:extLst>
          </p:cNvPr>
          <p:cNvSpPr>
            <a:spLocks noGrp="1"/>
          </p:cNvSpPr>
          <p:nvPr>
            <p:ph idx="1"/>
          </p:nvPr>
        </p:nvSpPr>
        <p:spPr>
          <a:xfrm>
            <a:off x="581193" y="2414788"/>
            <a:ext cx="3424138" cy="3975776"/>
          </a:xfrm>
        </p:spPr>
        <p:txBody>
          <a:bodyPr/>
          <a:lstStyle>
            <a:lvl1pPr marL="0" indent="0">
              <a:buNone/>
              <a:defRPr/>
            </a:lvl1pPr>
          </a:lstStyle>
          <a:p>
            <a:endParaRPr lang="en-US"/>
          </a:p>
        </p:txBody>
      </p:sp>
      <p:sp>
        <p:nvSpPr>
          <p:cNvPr id="10" name="Picture Placeholder 9">
            <a:extLst>
              <a:ext uri="{FF2B5EF4-FFF2-40B4-BE49-F238E27FC236}">
                <a16:creationId xmlns:a16="http://schemas.microsoft.com/office/drawing/2014/main" id="{06C12940-675F-4BDC-8733-71FEBC2FDCCF}"/>
              </a:ext>
            </a:extLst>
          </p:cNvPr>
          <p:cNvSpPr>
            <a:spLocks noGrp="1"/>
          </p:cNvSpPr>
          <p:nvPr>
            <p:ph type="pic" sz="quarter" idx="13"/>
          </p:nvPr>
        </p:nvSpPr>
        <p:spPr>
          <a:xfrm>
            <a:off x="4242815" y="640080"/>
            <a:ext cx="3703320" cy="5751576"/>
          </a:xfrm>
          <a:solidFill>
            <a:schemeClr val="accent2"/>
          </a:solidFill>
        </p:spPr>
        <p:txBody>
          <a:bodyPr/>
          <a:lstStyle/>
          <a:p>
            <a:endParaRPr lang="en-US"/>
          </a:p>
        </p:txBody>
      </p:sp>
      <p:sp>
        <p:nvSpPr>
          <p:cNvPr id="11" name="Picture Placeholder 9">
            <a:extLst>
              <a:ext uri="{FF2B5EF4-FFF2-40B4-BE49-F238E27FC236}">
                <a16:creationId xmlns:a16="http://schemas.microsoft.com/office/drawing/2014/main" id="{63AD391F-F462-4773-B9C7-B512F55F6812}"/>
              </a:ext>
            </a:extLst>
          </p:cNvPr>
          <p:cNvSpPr>
            <a:spLocks noGrp="1"/>
          </p:cNvSpPr>
          <p:nvPr>
            <p:ph type="pic" sz="quarter" idx="14"/>
          </p:nvPr>
        </p:nvSpPr>
        <p:spPr>
          <a:xfrm>
            <a:off x="8046720" y="640080"/>
            <a:ext cx="3703320" cy="5751576"/>
          </a:xfrm>
          <a:solidFill>
            <a:schemeClr val="accent2"/>
          </a:solidFill>
        </p:spPr>
        <p:txBody>
          <a:bodyPr/>
          <a:lstStyle/>
          <a:p>
            <a:endParaRPr lang="en-US"/>
          </a:p>
        </p:txBody>
      </p:sp>
      <p:sp>
        <p:nvSpPr>
          <p:cNvPr id="3" name="Footer Placeholder 2"/>
          <p:cNvSpPr>
            <a:spLocks noGrp="1"/>
          </p:cNvSpPr>
          <p:nvPr>
            <p:ph type="ftr" sz="quarter" idx="11"/>
          </p:nvPr>
        </p:nvSpPr>
        <p:spPr/>
        <p:txBody>
          <a:bodyPr/>
          <a:lstStyle/>
          <a:p>
            <a:r>
              <a:rPr lang="en-US"/>
              <a:t>Sample Footer Text</a:t>
            </a:r>
          </a:p>
        </p:txBody>
      </p:sp>
      <p:sp>
        <p:nvSpPr>
          <p:cNvPr id="2" name="Date Placeholder 1"/>
          <p:cNvSpPr>
            <a:spLocks noGrp="1"/>
          </p:cNvSpPr>
          <p:nvPr>
            <p:ph type="dt" sz="half" idx="10"/>
          </p:nvPr>
        </p:nvSpPr>
        <p:spPr/>
        <p:txBody>
          <a:bodyPr/>
          <a:lstStyle/>
          <a:p>
            <a:r>
              <a:rPr lang="en-US"/>
              <a:t>20XX</a:t>
            </a:r>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888979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9CC542F-D03C-4537-9B6E-7F653B651524}"/>
              </a:ext>
            </a:extLst>
          </p:cNvPr>
          <p:cNvSpPr>
            <a:spLocks noGrp="1"/>
          </p:cNvSpPr>
          <p:nvPr>
            <p:ph type="title"/>
          </p:nvPr>
        </p:nvSpPr>
        <p:spPr>
          <a:xfrm>
            <a:off x="581192" y="730730"/>
            <a:ext cx="3475915" cy="1478341"/>
          </a:xfrm>
        </p:spPr>
        <p:txBody>
          <a:bodyPr>
            <a:normAutofit/>
          </a:bodyPr>
          <a:lstStyle/>
          <a:p>
            <a:endParaRPr lang="en-US">
              <a:solidFill>
                <a:schemeClr val="tx2"/>
              </a:solidFill>
            </a:endParaRPr>
          </a:p>
        </p:txBody>
      </p:sp>
      <p:sp>
        <p:nvSpPr>
          <p:cNvPr id="6" name="Content Placeholder 2" descr="Tag=AccentColor&#10;Flavor=Light&#10;Target=Bullets">
            <a:extLst>
              <a:ext uri="{FF2B5EF4-FFF2-40B4-BE49-F238E27FC236}">
                <a16:creationId xmlns:a16="http://schemas.microsoft.com/office/drawing/2014/main" id="{C768CCB8-0718-4D4E-8EE1-1D287550057B}"/>
              </a:ext>
            </a:extLst>
          </p:cNvPr>
          <p:cNvSpPr>
            <a:spLocks noGrp="1"/>
          </p:cNvSpPr>
          <p:nvPr>
            <p:ph idx="1"/>
          </p:nvPr>
        </p:nvSpPr>
        <p:spPr>
          <a:xfrm>
            <a:off x="581192" y="2180496"/>
            <a:ext cx="3475915" cy="3678303"/>
          </a:xfrm>
        </p:spPr>
        <p:txBody>
          <a:bodyPr>
            <a:normAutofit/>
          </a:bodyPr>
          <a:lstStyle>
            <a:lvl1pPr marL="0" indent="0">
              <a:buNone/>
              <a:defRPr/>
            </a:lvl1pPr>
          </a:lstStyle>
          <a:p>
            <a:endParaRPr lang="en-US"/>
          </a:p>
        </p:txBody>
      </p:sp>
      <p:sp>
        <p:nvSpPr>
          <p:cNvPr id="11" name="Picture Placeholder 10">
            <a:extLst>
              <a:ext uri="{FF2B5EF4-FFF2-40B4-BE49-F238E27FC236}">
                <a16:creationId xmlns:a16="http://schemas.microsoft.com/office/drawing/2014/main" id="{5C3A8825-378F-41FE-A716-644287762A49}"/>
              </a:ext>
            </a:extLst>
          </p:cNvPr>
          <p:cNvSpPr>
            <a:spLocks noGrp="1"/>
          </p:cNvSpPr>
          <p:nvPr>
            <p:ph type="pic" sz="quarter" idx="13"/>
          </p:nvPr>
        </p:nvSpPr>
        <p:spPr>
          <a:xfrm>
            <a:off x="4241800" y="630936"/>
            <a:ext cx="7504113" cy="3520440"/>
          </a:xfrm>
          <a:solidFill>
            <a:schemeClr val="accent2"/>
          </a:solidFill>
        </p:spPr>
        <p:txBody>
          <a:bodyPr/>
          <a:lstStyle/>
          <a:p>
            <a:endParaRPr lang="en-US"/>
          </a:p>
        </p:txBody>
      </p:sp>
      <p:sp>
        <p:nvSpPr>
          <p:cNvPr id="12" name="Picture Placeholder 10">
            <a:extLst>
              <a:ext uri="{FF2B5EF4-FFF2-40B4-BE49-F238E27FC236}">
                <a16:creationId xmlns:a16="http://schemas.microsoft.com/office/drawing/2014/main" id="{2E6B2055-B099-48CF-84C8-2AF6D5618697}"/>
              </a:ext>
            </a:extLst>
          </p:cNvPr>
          <p:cNvSpPr>
            <a:spLocks noGrp="1"/>
          </p:cNvSpPr>
          <p:nvPr>
            <p:ph type="pic" sz="quarter" idx="14"/>
          </p:nvPr>
        </p:nvSpPr>
        <p:spPr>
          <a:xfrm>
            <a:off x="4242816" y="4234252"/>
            <a:ext cx="3703320" cy="2139696"/>
          </a:xfrm>
          <a:solidFill>
            <a:schemeClr val="accent2"/>
          </a:solidFill>
        </p:spPr>
        <p:txBody>
          <a:bodyPr/>
          <a:lstStyle/>
          <a:p>
            <a:endParaRPr lang="en-US"/>
          </a:p>
        </p:txBody>
      </p:sp>
      <p:sp>
        <p:nvSpPr>
          <p:cNvPr id="13" name="Picture Placeholder 10">
            <a:extLst>
              <a:ext uri="{FF2B5EF4-FFF2-40B4-BE49-F238E27FC236}">
                <a16:creationId xmlns:a16="http://schemas.microsoft.com/office/drawing/2014/main" id="{EED74C29-FF8A-4470-8221-FD11E7FB7D76}"/>
              </a:ext>
            </a:extLst>
          </p:cNvPr>
          <p:cNvSpPr>
            <a:spLocks noGrp="1"/>
          </p:cNvSpPr>
          <p:nvPr>
            <p:ph type="pic" sz="quarter" idx="15"/>
          </p:nvPr>
        </p:nvSpPr>
        <p:spPr>
          <a:xfrm>
            <a:off x="8046720" y="4233672"/>
            <a:ext cx="3703320" cy="2139696"/>
          </a:xfrm>
          <a:solidFill>
            <a:schemeClr val="accent2"/>
          </a:solidFill>
        </p:spPr>
        <p:txBody>
          <a:bodyPr/>
          <a:lstStyle/>
          <a:p>
            <a:endParaRPr lang="en-US"/>
          </a:p>
        </p:txBody>
      </p:sp>
      <p:sp>
        <p:nvSpPr>
          <p:cNvPr id="3" name="Footer Placeholder 2"/>
          <p:cNvSpPr>
            <a:spLocks noGrp="1"/>
          </p:cNvSpPr>
          <p:nvPr>
            <p:ph type="ftr" sz="quarter" idx="11"/>
          </p:nvPr>
        </p:nvSpPr>
        <p:spPr/>
        <p:txBody>
          <a:bodyPr/>
          <a:lstStyle/>
          <a:p>
            <a:r>
              <a:rPr lang="en-US"/>
              <a:t>Sample Footer Text</a:t>
            </a:r>
          </a:p>
        </p:txBody>
      </p:sp>
      <p:sp>
        <p:nvSpPr>
          <p:cNvPr id="2" name="Date Placeholder 1"/>
          <p:cNvSpPr>
            <a:spLocks noGrp="1"/>
          </p:cNvSpPr>
          <p:nvPr>
            <p:ph type="dt" sz="half" idx="10"/>
          </p:nvPr>
        </p:nvSpPr>
        <p:spPr/>
        <p:txBody>
          <a:bodyPr/>
          <a:lstStyle/>
          <a:p>
            <a:r>
              <a:rPr lang="en-US"/>
              <a:t>20XX</a:t>
            </a:r>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874943644"/>
      </p:ext>
    </p:extLst>
  </p:cSld>
  <p:clrMapOvr>
    <a:masterClrMapping/>
  </p:clrMapOvr>
  <p:extLst>
    <p:ext uri="{DCECCB84-F9BA-43D5-87BE-67443E8EF086}">
      <p15:sldGuideLst xmlns:p15="http://schemas.microsoft.com/office/powerpoint/2012/main">
        <p15:guide id="1" orient="horz"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E787D40-90B5-470E-95A2-784F1CB479C9}"/>
              </a:ext>
            </a:extLst>
          </p:cNvPr>
          <p:cNvSpPr>
            <a:spLocks noGrp="1"/>
          </p:cNvSpPr>
          <p:nvPr>
            <p:ph type="ctrTitle"/>
          </p:nvPr>
        </p:nvSpPr>
        <p:spPr>
          <a:xfrm>
            <a:off x="581191" y="4322102"/>
            <a:ext cx="10993549" cy="1153609"/>
          </a:xfrm>
        </p:spPr>
        <p:txBody>
          <a:bodyPr/>
          <a:lstStyle/>
          <a:p>
            <a:endParaRPr lang="en-US"/>
          </a:p>
        </p:txBody>
      </p:sp>
      <p:sp>
        <p:nvSpPr>
          <p:cNvPr id="6" name="Subtitle 2">
            <a:extLst>
              <a:ext uri="{FF2B5EF4-FFF2-40B4-BE49-F238E27FC236}">
                <a16:creationId xmlns:a16="http://schemas.microsoft.com/office/drawing/2014/main" id="{DDD90A03-8871-46F6-B527-27A279CAF3FE}"/>
              </a:ext>
            </a:extLst>
          </p:cNvPr>
          <p:cNvSpPr>
            <a:spLocks noGrp="1"/>
          </p:cNvSpPr>
          <p:nvPr>
            <p:ph type="subTitle" idx="1"/>
          </p:nvPr>
        </p:nvSpPr>
        <p:spPr>
          <a:xfrm>
            <a:off x="581194" y="5475712"/>
            <a:ext cx="10993546" cy="590321"/>
          </a:xfrm>
        </p:spPr>
        <p:txBody>
          <a:bodyPr/>
          <a:lstStyle>
            <a:lvl1pPr marL="0" indent="0">
              <a:buNone/>
              <a:defRPr/>
            </a:lvl1pPr>
          </a:lstStyle>
          <a:p>
            <a:endParaRPr lang="en-US"/>
          </a:p>
        </p:txBody>
      </p:sp>
      <p:sp>
        <p:nvSpPr>
          <p:cNvPr id="9" name="Picture Placeholder 8">
            <a:extLst>
              <a:ext uri="{FF2B5EF4-FFF2-40B4-BE49-F238E27FC236}">
                <a16:creationId xmlns:a16="http://schemas.microsoft.com/office/drawing/2014/main" id="{18C0DC8A-3006-4A75-A9BA-FCA96D2C38A9}"/>
              </a:ext>
            </a:extLst>
          </p:cNvPr>
          <p:cNvSpPr>
            <a:spLocks noGrp="1"/>
          </p:cNvSpPr>
          <p:nvPr>
            <p:ph type="pic" sz="quarter" idx="13"/>
          </p:nvPr>
        </p:nvSpPr>
        <p:spPr>
          <a:xfrm>
            <a:off x="449580" y="603504"/>
            <a:ext cx="11292840" cy="3557016"/>
          </a:xfrm>
          <a:solidFill>
            <a:schemeClr val="accent2"/>
          </a:solidFill>
        </p:spPr>
        <p:txBody>
          <a:bodyPr/>
          <a:lstStyle/>
          <a:p>
            <a:endParaRPr lang="en-US"/>
          </a:p>
        </p:txBody>
      </p:sp>
    </p:spTree>
    <p:extLst>
      <p:ext uri="{BB962C8B-B14F-4D97-AF65-F5344CB8AC3E}">
        <p14:creationId xmlns:p14="http://schemas.microsoft.com/office/powerpoint/2010/main" val="3518504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31520"/>
            <a:ext cx="11029616" cy="987552"/>
          </a:xfrm>
        </p:spPr>
        <p:txBody>
          <a:bodyPr/>
          <a:lstStyle/>
          <a:p>
            <a:r>
              <a:rPr lang="en-US"/>
              <a:t>Click to edit Master title style</a:t>
            </a:r>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r>
              <a:rPr lang="en-US"/>
              <a:t>Sample Footer Text</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r>
              <a:rPr lang="en-US"/>
              <a:t>20XX</a:t>
            </a:r>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66887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31520"/>
            <a:ext cx="11029616" cy="987552"/>
          </a:xfrm>
        </p:spPr>
        <p:txBody>
          <a:bodyPr/>
          <a:lstStyle/>
          <a:p>
            <a:r>
              <a:rPr lang="en-US"/>
              <a:t>Click to edit Master title style</a:t>
            </a:r>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r>
              <a:rPr lang="en-US"/>
              <a:t>Sample Footer Text</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r>
              <a:rPr lang="en-US"/>
              <a:t>20XX</a:t>
            </a:r>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a:p>
        </p:txBody>
      </p:sp>
      <p:sp>
        <p:nvSpPr>
          <p:cNvPr id="7" name="Picture Placeholder 23">
            <a:extLst>
              <a:ext uri="{FF2B5EF4-FFF2-40B4-BE49-F238E27FC236}">
                <a16:creationId xmlns:a16="http://schemas.microsoft.com/office/drawing/2014/main" id="{3B9690E8-0AA0-453A-A2BA-3C4A02401F33}"/>
              </a:ext>
            </a:extLst>
          </p:cNvPr>
          <p:cNvSpPr>
            <a:spLocks noGrp="1"/>
          </p:cNvSpPr>
          <p:nvPr>
            <p:ph type="pic" sz="quarter" idx="13"/>
          </p:nvPr>
        </p:nvSpPr>
        <p:spPr>
          <a:xfrm>
            <a:off x="588612" y="2800318"/>
            <a:ext cx="2560320" cy="1764792"/>
          </a:xfrm>
        </p:spPr>
        <p:txBody>
          <a:bodyPr/>
          <a:lstStyle>
            <a:lvl1pPr marL="0" indent="0">
              <a:buNone/>
              <a:defRPr/>
            </a:lvl1pPr>
          </a:lstStyle>
          <a:p>
            <a:endParaRPr lang="en-US"/>
          </a:p>
        </p:txBody>
      </p:sp>
      <p:sp>
        <p:nvSpPr>
          <p:cNvPr id="11" name="Text Placeholder 28">
            <a:extLst>
              <a:ext uri="{FF2B5EF4-FFF2-40B4-BE49-F238E27FC236}">
                <a16:creationId xmlns:a16="http://schemas.microsoft.com/office/drawing/2014/main" id="{97CAE430-B148-4FE1-B142-E196CFFEBAB1}"/>
              </a:ext>
            </a:extLst>
          </p:cNvPr>
          <p:cNvSpPr>
            <a:spLocks noGrp="1"/>
          </p:cNvSpPr>
          <p:nvPr>
            <p:ph type="body" sz="quarter" idx="17" hasCustomPrompt="1"/>
          </p:nvPr>
        </p:nvSpPr>
        <p:spPr>
          <a:xfrm>
            <a:off x="588612" y="4633986"/>
            <a:ext cx="2560320" cy="347662"/>
          </a:xfrm>
        </p:spPr>
        <p:txBody>
          <a:bodyPr lIns="146304" tIns="0" rIns="0" bIns="0">
            <a:noAutofit/>
          </a:bodyPr>
          <a:lstStyle>
            <a:lvl1pPr marL="0" indent="0" algn="l">
              <a:lnSpc>
                <a:spcPct val="100000"/>
              </a:lnSpc>
              <a:spcBef>
                <a:spcPts val="0"/>
              </a:spcBef>
              <a:buNone/>
              <a:defRPr sz="1800" spc="0" baseline="0">
                <a:solidFill>
                  <a:schemeClr val="tx1"/>
                </a:solidFill>
                <a:latin typeface="+mj-lt"/>
              </a:defRPr>
            </a:lvl1pPr>
          </a:lstStyle>
          <a:p>
            <a:pPr lvl="0"/>
            <a:r>
              <a:rPr lang="en-US"/>
              <a:t>Name</a:t>
            </a:r>
          </a:p>
        </p:txBody>
      </p:sp>
      <p:sp>
        <p:nvSpPr>
          <p:cNvPr id="12" name="Text Placeholder 28">
            <a:extLst>
              <a:ext uri="{FF2B5EF4-FFF2-40B4-BE49-F238E27FC236}">
                <a16:creationId xmlns:a16="http://schemas.microsoft.com/office/drawing/2014/main" id="{F34D7C92-7171-4768-A26F-CE08A04FAAA2}"/>
              </a:ext>
            </a:extLst>
          </p:cNvPr>
          <p:cNvSpPr>
            <a:spLocks noGrp="1"/>
          </p:cNvSpPr>
          <p:nvPr>
            <p:ph type="body" sz="quarter" idx="18" hasCustomPrompt="1"/>
          </p:nvPr>
        </p:nvSpPr>
        <p:spPr>
          <a:xfrm>
            <a:off x="588612" y="4951788"/>
            <a:ext cx="2560320" cy="347662"/>
          </a:xfrm>
        </p:spPr>
        <p:txBody>
          <a:bodyPr lIns="146304" tIns="0" rIns="0" bIns="0">
            <a:noAutofit/>
          </a:bodyPr>
          <a:lstStyle>
            <a:lvl1pPr marL="0" indent="0" algn="l">
              <a:lnSpc>
                <a:spcPct val="100000"/>
              </a:lnSpc>
              <a:spcBef>
                <a:spcPts val="0"/>
              </a:spcBef>
              <a:buNone/>
              <a:defRPr sz="1600" b="0" spc="0" baseline="0">
                <a:solidFill>
                  <a:schemeClr val="tx1"/>
                </a:solidFill>
              </a:defRPr>
            </a:lvl1pPr>
          </a:lstStyle>
          <a:p>
            <a:pPr lvl="0"/>
            <a:r>
              <a:rPr lang="en-US"/>
              <a:t>Title</a:t>
            </a:r>
          </a:p>
        </p:txBody>
      </p:sp>
      <p:sp>
        <p:nvSpPr>
          <p:cNvPr id="13" name="Picture Placeholder 23">
            <a:extLst>
              <a:ext uri="{FF2B5EF4-FFF2-40B4-BE49-F238E27FC236}">
                <a16:creationId xmlns:a16="http://schemas.microsoft.com/office/drawing/2014/main" id="{91EBE236-D9BF-46C4-8CE2-60F7CD40E76D}"/>
              </a:ext>
            </a:extLst>
          </p:cNvPr>
          <p:cNvSpPr>
            <a:spLocks noGrp="1"/>
          </p:cNvSpPr>
          <p:nvPr>
            <p:ph type="pic" sz="quarter" idx="14"/>
          </p:nvPr>
        </p:nvSpPr>
        <p:spPr>
          <a:xfrm>
            <a:off x="3413623" y="2800318"/>
            <a:ext cx="2560320" cy="1764792"/>
          </a:xfrm>
        </p:spPr>
        <p:txBody>
          <a:bodyPr/>
          <a:lstStyle>
            <a:lvl1pPr marL="0" indent="0">
              <a:buNone/>
              <a:defRPr/>
            </a:lvl1pPr>
          </a:lstStyle>
          <a:p>
            <a:endParaRPr lang="en-US"/>
          </a:p>
        </p:txBody>
      </p:sp>
      <p:sp>
        <p:nvSpPr>
          <p:cNvPr id="14" name="Text Placeholder 28">
            <a:extLst>
              <a:ext uri="{FF2B5EF4-FFF2-40B4-BE49-F238E27FC236}">
                <a16:creationId xmlns:a16="http://schemas.microsoft.com/office/drawing/2014/main" id="{3755B2FB-A969-40D9-919A-8DBCA8B76552}"/>
              </a:ext>
            </a:extLst>
          </p:cNvPr>
          <p:cNvSpPr>
            <a:spLocks noGrp="1"/>
          </p:cNvSpPr>
          <p:nvPr>
            <p:ph type="body" sz="quarter" idx="19" hasCustomPrompt="1"/>
          </p:nvPr>
        </p:nvSpPr>
        <p:spPr>
          <a:xfrm>
            <a:off x="3413623" y="4633986"/>
            <a:ext cx="2560320" cy="347662"/>
          </a:xfrm>
        </p:spPr>
        <p:txBody>
          <a:bodyPr lIns="146304" tIns="0" rIns="0" bIns="0">
            <a:noAutofit/>
          </a:bodyPr>
          <a:lstStyle>
            <a:lvl1pPr marL="0" indent="0" algn="l">
              <a:lnSpc>
                <a:spcPct val="100000"/>
              </a:lnSpc>
              <a:spcBef>
                <a:spcPts val="0"/>
              </a:spcBef>
              <a:buNone/>
              <a:defRPr sz="1800" spc="0" baseline="0">
                <a:solidFill>
                  <a:schemeClr val="tx1"/>
                </a:solidFill>
                <a:latin typeface="+mj-lt"/>
              </a:defRPr>
            </a:lvl1pPr>
          </a:lstStyle>
          <a:p>
            <a:pPr lvl="0"/>
            <a:r>
              <a:rPr lang="en-US"/>
              <a:t>Name</a:t>
            </a:r>
          </a:p>
        </p:txBody>
      </p:sp>
      <p:sp>
        <p:nvSpPr>
          <p:cNvPr id="15" name="Text Placeholder 28">
            <a:extLst>
              <a:ext uri="{FF2B5EF4-FFF2-40B4-BE49-F238E27FC236}">
                <a16:creationId xmlns:a16="http://schemas.microsoft.com/office/drawing/2014/main" id="{C047E0AE-451F-4E70-A217-3D51A5FCA8D0}"/>
              </a:ext>
            </a:extLst>
          </p:cNvPr>
          <p:cNvSpPr>
            <a:spLocks noGrp="1"/>
          </p:cNvSpPr>
          <p:nvPr>
            <p:ph type="body" sz="quarter" idx="20" hasCustomPrompt="1"/>
          </p:nvPr>
        </p:nvSpPr>
        <p:spPr>
          <a:xfrm>
            <a:off x="3413623" y="4951788"/>
            <a:ext cx="2560320" cy="347662"/>
          </a:xfrm>
        </p:spPr>
        <p:txBody>
          <a:bodyPr lIns="146304" tIns="0" rIns="0" bIns="0">
            <a:noAutofit/>
          </a:bodyPr>
          <a:lstStyle>
            <a:lvl1pPr marL="0" indent="0" algn="l">
              <a:lnSpc>
                <a:spcPct val="100000"/>
              </a:lnSpc>
              <a:spcBef>
                <a:spcPts val="0"/>
              </a:spcBef>
              <a:buNone/>
              <a:defRPr sz="1600" b="0" spc="0" baseline="0">
                <a:solidFill>
                  <a:schemeClr val="tx1"/>
                </a:solidFill>
              </a:defRPr>
            </a:lvl1pPr>
          </a:lstStyle>
          <a:p>
            <a:pPr lvl="0"/>
            <a:r>
              <a:rPr lang="en-US"/>
              <a:t>Title</a:t>
            </a:r>
          </a:p>
        </p:txBody>
      </p:sp>
      <p:sp>
        <p:nvSpPr>
          <p:cNvPr id="16" name="Picture Placeholder 23">
            <a:extLst>
              <a:ext uri="{FF2B5EF4-FFF2-40B4-BE49-F238E27FC236}">
                <a16:creationId xmlns:a16="http://schemas.microsoft.com/office/drawing/2014/main" id="{92DC936D-218B-4AB2-A141-83C839EE378E}"/>
              </a:ext>
            </a:extLst>
          </p:cNvPr>
          <p:cNvSpPr>
            <a:spLocks noGrp="1"/>
          </p:cNvSpPr>
          <p:nvPr>
            <p:ph type="pic" sz="quarter" idx="15"/>
          </p:nvPr>
        </p:nvSpPr>
        <p:spPr>
          <a:xfrm>
            <a:off x="6224179" y="2800318"/>
            <a:ext cx="2560320" cy="1764792"/>
          </a:xfrm>
        </p:spPr>
        <p:txBody>
          <a:bodyPr/>
          <a:lstStyle>
            <a:lvl1pPr marL="0" indent="0">
              <a:buNone/>
              <a:defRPr/>
            </a:lvl1pPr>
          </a:lstStyle>
          <a:p>
            <a:endParaRPr lang="en-US"/>
          </a:p>
        </p:txBody>
      </p:sp>
      <p:sp>
        <p:nvSpPr>
          <p:cNvPr id="17" name="Text Placeholder 28">
            <a:extLst>
              <a:ext uri="{FF2B5EF4-FFF2-40B4-BE49-F238E27FC236}">
                <a16:creationId xmlns:a16="http://schemas.microsoft.com/office/drawing/2014/main" id="{5085FD65-394A-47FA-BF7A-013D84C8706A}"/>
              </a:ext>
            </a:extLst>
          </p:cNvPr>
          <p:cNvSpPr>
            <a:spLocks noGrp="1"/>
          </p:cNvSpPr>
          <p:nvPr>
            <p:ph type="body" sz="quarter" idx="21" hasCustomPrompt="1"/>
          </p:nvPr>
        </p:nvSpPr>
        <p:spPr>
          <a:xfrm>
            <a:off x="6224179" y="4633986"/>
            <a:ext cx="2560320" cy="347662"/>
          </a:xfrm>
        </p:spPr>
        <p:txBody>
          <a:bodyPr lIns="146304" tIns="0" rIns="0" bIns="0">
            <a:noAutofit/>
          </a:bodyPr>
          <a:lstStyle>
            <a:lvl1pPr marL="0" indent="0" algn="l">
              <a:lnSpc>
                <a:spcPct val="100000"/>
              </a:lnSpc>
              <a:spcBef>
                <a:spcPts val="0"/>
              </a:spcBef>
              <a:buNone/>
              <a:defRPr sz="1800" spc="0" baseline="0">
                <a:solidFill>
                  <a:schemeClr val="tx1"/>
                </a:solidFill>
                <a:latin typeface="+mj-lt"/>
              </a:defRPr>
            </a:lvl1pPr>
          </a:lstStyle>
          <a:p>
            <a:pPr lvl="0"/>
            <a:r>
              <a:rPr lang="en-US"/>
              <a:t>Name</a:t>
            </a:r>
          </a:p>
        </p:txBody>
      </p:sp>
      <p:sp>
        <p:nvSpPr>
          <p:cNvPr id="18" name="Text Placeholder 28">
            <a:extLst>
              <a:ext uri="{FF2B5EF4-FFF2-40B4-BE49-F238E27FC236}">
                <a16:creationId xmlns:a16="http://schemas.microsoft.com/office/drawing/2014/main" id="{23417874-DD14-461C-B278-0DE8032D272B}"/>
              </a:ext>
            </a:extLst>
          </p:cNvPr>
          <p:cNvSpPr>
            <a:spLocks noGrp="1"/>
          </p:cNvSpPr>
          <p:nvPr>
            <p:ph type="body" sz="quarter" idx="22" hasCustomPrompt="1"/>
          </p:nvPr>
        </p:nvSpPr>
        <p:spPr>
          <a:xfrm>
            <a:off x="6224179" y="4951788"/>
            <a:ext cx="2560320" cy="347662"/>
          </a:xfrm>
        </p:spPr>
        <p:txBody>
          <a:bodyPr lIns="146304" tIns="0" rIns="0" bIns="0">
            <a:noAutofit/>
          </a:bodyPr>
          <a:lstStyle>
            <a:lvl1pPr marL="0" indent="0" algn="l">
              <a:lnSpc>
                <a:spcPct val="100000"/>
              </a:lnSpc>
              <a:spcBef>
                <a:spcPts val="0"/>
              </a:spcBef>
              <a:buNone/>
              <a:defRPr sz="1600" b="0" spc="0" baseline="0">
                <a:solidFill>
                  <a:schemeClr val="tx1"/>
                </a:solidFill>
              </a:defRPr>
            </a:lvl1pPr>
          </a:lstStyle>
          <a:p>
            <a:pPr lvl="0"/>
            <a:r>
              <a:rPr lang="en-US"/>
              <a:t>Title</a:t>
            </a:r>
          </a:p>
        </p:txBody>
      </p:sp>
      <p:sp>
        <p:nvSpPr>
          <p:cNvPr id="19" name="Picture Placeholder 23">
            <a:extLst>
              <a:ext uri="{FF2B5EF4-FFF2-40B4-BE49-F238E27FC236}">
                <a16:creationId xmlns:a16="http://schemas.microsoft.com/office/drawing/2014/main" id="{A8685BFC-DF7F-4414-8D3E-652C9EF13554}"/>
              </a:ext>
            </a:extLst>
          </p:cNvPr>
          <p:cNvSpPr>
            <a:spLocks noGrp="1"/>
          </p:cNvSpPr>
          <p:nvPr>
            <p:ph type="pic" sz="quarter" idx="16"/>
          </p:nvPr>
        </p:nvSpPr>
        <p:spPr>
          <a:xfrm>
            <a:off x="9028350" y="2801105"/>
            <a:ext cx="2560320" cy="1764792"/>
          </a:xfrm>
        </p:spPr>
        <p:txBody>
          <a:bodyPr/>
          <a:lstStyle>
            <a:lvl1pPr marL="0" indent="0">
              <a:buNone/>
              <a:defRPr/>
            </a:lvl1pPr>
          </a:lstStyle>
          <a:p>
            <a:endParaRPr lang="en-US"/>
          </a:p>
        </p:txBody>
      </p:sp>
      <p:sp>
        <p:nvSpPr>
          <p:cNvPr id="20" name="Text Placeholder 28">
            <a:extLst>
              <a:ext uri="{FF2B5EF4-FFF2-40B4-BE49-F238E27FC236}">
                <a16:creationId xmlns:a16="http://schemas.microsoft.com/office/drawing/2014/main" id="{801A82CD-E0FD-4C28-B287-439356FAE8D1}"/>
              </a:ext>
            </a:extLst>
          </p:cNvPr>
          <p:cNvSpPr>
            <a:spLocks noGrp="1"/>
          </p:cNvSpPr>
          <p:nvPr>
            <p:ph type="body" sz="quarter" idx="23" hasCustomPrompt="1"/>
          </p:nvPr>
        </p:nvSpPr>
        <p:spPr>
          <a:xfrm>
            <a:off x="9028350" y="4633986"/>
            <a:ext cx="2560320" cy="347662"/>
          </a:xfrm>
        </p:spPr>
        <p:txBody>
          <a:bodyPr lIns="146304" tIns="0" rIns="0" bIns="0">
            <a:noAutofit/>
          </a:bodyPr>
          <a:lstStyle>
            <a:lvl1pPr marL="0" indent="0" algn="l">
              <a:lnSpc>
                <a:spcPct val="100000"/>
              </a:lnSpc>
              <a:spcBef>
                <a:spcPts val="0"/>
              </a:spcBef>
              <a:buNone/>
              <a:defRPr sz="1800" spc="0" baseline="0">
                <a:solidFill>
                  <a:schemeClr val="tx1"/>
                </a:solidFill>
                <a:latin typeface="+mj-lt"/>
              </a:defRPr>
            </a:lvl1pPr>
          </a:lstStyle>
          <a:p>
            <a:pPr lvl="0"/>
            <a:r>
              <a:rPr lang="en-US"/>
              <a:t>Name</a:t>
            </a:r>
          </a:p>
        </p:txBody>
      </p:sp>
      <p:sp>
        <p:nvSpPr>
          <p:cNvPr id="21" name="Text Placeholder 28">
            <a:extLst>
              <a:ext uri="{FF2B5EF4-FFF2-40B4-BE49-F238E27FC236}">
                <a16:creationId xmlns:a16="http://schemas.microsoft.com/office/drawing/2014/main" id="{C1ACEAC1-C62C-4024-9525-268AB724274D}"/>
              </a:ext>
            </a:extLst>
          </p:cNvPr>
          <p:cNvSpPr>
            <a:spLocks noGrp="1"/>
          </p:cNvSpPr>
          <p:nvPr>
            <p:ph type="body" sz="quarter" idx="24" hasCustomPrompt="1"/>
          </p:nvPr>
        </p:nvSpPr>
        <p:spPr>
          <a:xfrm>
            <a:off x="9028350" y="4951788"/>
            <a:ext cx="2560320" cy="347662"/>
          </a:xfrm>
        </p:spPr>
        <p:txBody>
          <a:bodyPr lIns="146304" tIns="0" rIns="0" bIns="0">
            <a:noAutofit/>
          </a:bodyPr>
          <a:lstStyle>
            <a:lvl1pPr marL="0" indent="0" algn="l">
              <a:lnSpc>
                <a:spcPct val="100000"/>
              </a:lnSpc>
              <a:spcBef>
                <a:spcPts val="0"/>
              </a:spcBef>
              <a:buNone/>
              <a:defRPr sz="1600" b="0" spc="0" baseline="0">
                <a:solidFill>
                  <a:schemeClr val="tx1"/>
                </a:solidFill>
              </a:defRPr>
            </a:lvl1pPr>
          </a:lstStyle>
          <a:p>
            <a:pPr lvl="0"/>
            <a:r>
              <a:rPr lang="en-US"/>
              <a:t>Title</a:t>
            </a:r>
          </a:p>
        </p:txBody>
      </p:sp>
    </p:spTree>
    <p:extLst>
      <p:ext uri="{BB962C8B-B14F-4D97-AF65-F5344CB8AC3E}">
        <p14:creationId xmlns:p14="http://schemas.microsoft.com/office/powerpoint/2010/main" val="1327585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9AD7E45-24A5-4020-858E-57CFA0955730}"/>
              </a:ext>
            </a:extLst>
          </p:cNvPr>
          <p:cNvSpPr>
            <a:spLocks noGrp="1"/>
          </p:cNvSpPr>
          <p:nvPr>
            <p:ph type="ctrTitle"/>
          </p:nvPr>
        </p:nvSpPr>
        <p:spPr>
          <a:xfrm>
            <a:off x="581191" y="1020431"/>
            <a:ext cx="10993549" cy="1475013"/>
          </a:xfrm>
        </p:spPr>
        <p:txBody>
          <a:bodyPr/>
          <a:lstStyle/>
          <a:p>
            <a:endParaRPr lang="en-US"/>
          </a:p>
        </p:txBody>
      </p:sp>
      <p:sp>
        <p:nvSpPr>
          <p:cNvPr id="6" name="Subtitle 2">
            <a:extLst>
              <a:ext uri="{FF2B5EF4-FFF2-40B4-BE49-F238E27FC236}">
                <a16:creationId xmlns:a16="http://schemas.microsoft.com/office/drawing/2014/main" id="{9C213B6D-04F4-4E9D-AD86-E50884CB4CB3}"/>
              </a:ext>
            </a:extLst>
          </p:cNvPr>
          <p:cNvSpPr>
            <a:spLocks noGrp="1"/>
          </p:cNvSpPr>
          <p:nvPr>
            <p:ph type="subTitle" idx="1"/>
          </p:nvPr>
        </p:nvSpPr>
        <p:spPr>
          <a:xfrm>
            <a:off x="581194" y="2495445"/>
            <a:ext cx="10993546" cy="468233"/>
          </a:xfrm>
        </p:spPr>
        <p:txBody>
          <a:bodyPr/>
          <a:lstStyle>
            <a:lvl1pPr marL="0" indent="0">
              <a:buNone/>
              <a:defRPr/>
            </a:lvl1pPr>
          </a:lstStyle>
          <a:p>
            <a:endParaRPr lang="en-US"/>
          </a:p>
        </p:txBody>
      </p:sp>
      <p:sp>
        <p:nvSpPr>
          <p:cNvPr id="10" name="Picture Placeholder 9">
            <a:extLst>
              <a:ext uri="{FF2B5EF4-FFF2-40B4-BE49-F238E27FC236}">
                <a16:creationId xmlns:a16="http://schemas.microsoft.com/office/drawing/2014/main" id="{52DB8B62-62C2-4723-85AF-F5D87B489A63}"/>
              </a:ext>
            </a:extLst>
          </p:cNvPr>
          <p:cNvSpPr>
            <a:spLocks noGrp="1"/>
          </p:cNvSpPr>
          <p:nvPr>
            <p:ph type="pic" sz="quarter" idx="13"/>
          </p:nvPr>
        </p:nvSpPr>
        <p:spPr>
          <a:xfrm>
            <a:off x="448056" y="3081528"/>
            <a:ext cx="5486400" cy="3310128"/>
          </a:xfrm>
          <a:solidFill>
            <a:schemeClr val="accent2"/>
          </a:solidFill>
        </p:spPr>
        <p:txBody>
          <a:bodyPr/>
          <a:lstStyle/>
          <a:p>
            <a:endParaRPr lang="en-US"/>
          </a:p>
        </p:txBody>
      </p:sp>
      <p:sp>
        <p:nvSpPr>
          <p:cNvPr id="11" name="Picture Placeholder 9">
            <a:extLst>
              <a:ext uri="{FF2B5EF4-FFF2-40B4-BE49-F238E27FC236}">
                <a16:creationId xmlns:a16="http://schemas.microsoft.com/office/drawing/2014/main" id="{D1329640-D9D1-44D4-8E40-04E753A2B826}"/>
              </a:ext>
            </a:extLst>
          </p:cNvPr>
          <p:cNvSpPr>
            <a:spLocks noGrp="1"/>
          </p:cNvSpPr>
          <p:nvPr>
            <p:ph type="pic" sz="quarter" idx="14"/>
          </p:nvPr>
        </p:nvSpPr>
        <p:spPr>
          <a:xfrm>
            <a:off x="6254496" y="3081528"/>
            <a:ext cx="5486400" cy="3310128"/>
          </a:xfrm>
          <a:solidFill>
            <a:schemeClr val="accent2"/>
          </a:solidFill>
        </p:spPr>
        <p:txBody>
          <a:bodyPr/>
          <a:lstStyle/>
          <a:p>
            <a:endParaRPr lang="en-US"/>
          </a:p>
        </p:txBody>
      </p:sp>
      <p:sp>
        <p:nvSpPr>
          <p:cNvPr id="3" name="Footer Placeholder 2"/>
          <p:cNvSpPr>
            <a:spLocks noGrp="1"/>
          </p:cNvSpPr>
          <p:nvPr>
            <p:ph type="ftr" sz="quarter" idx="11"/>
          </p:nvPr>
        </p:nvSpPr>
        <p:spPr/>
        <p:txBody>
          <a:bodyPr/>
          <a:lstStyle/>
          <a:p>
            <a:r>
              <a:rPr lang="en-US"/>
              <a:t>Sample Footer Text</a:t>
            </a:r>
          </a:p>
        </p:txBody>
      </p:sp>
      <p:sp>
        <p:nvSpPr>
          <p:cNvPr id="2" name="Date Placeholder 1"/>
          <p:cNvSpPr>
            <a:spLocks noGrp="1"/>
          </p:cNvSpPr>
          <p:nvPr>
            <p:ph type="dt" sz="half" idx="10"/>
          </p:nvPr>
        </p:nvSpPr>
        <p:spPr/>
        <p:txBody>
          <a:bodyPr/>
          <a:lstStyle/>
          <a:p>
            <a:r>
              <a:rPr lang="en-US"/>
              <a:t>20XX</a:t>
            </a:r>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557857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p>
        </p:txBody>
      </p:sp>
      <p:sp>
        <p:nvSpPr>
          <p:cNvPr id="15" name="SmartArt Placeholder 14">
            <a:extLst>
              <a:ext uri="{FF2B5EF4-FFF2-40B4-BE49-F238E27FC236}">
                <a16:creationId xmlns:a16="http://schemas.microsoft.com/office/drawing/2014/main" id="{1A07AFA2-B97F-4965-B3E3-0399F8696B92}"/>
              </a:ext>
            </a:extLst>
          </p:cNvPr>
          <p:cNvSpPr>
            <a:spLocks noGrp="1"/>
          </p:cNvSpPr>
          <p:nvPr>
            <p:ph type="dgm" sz="quarter" idx="13"/>
          </p:nvPr>
        </p:nvSpPr>
        <p:spPr>
          <a:xfrm>
            <a:off x="576263" y="2290762"/>
            <a:ext cx="2286000" cy="2514600"/>
          </a:xfrm>
          <a:solidFill>
            <a:schemeClr val="accent2"/>
          </a:solidFill>
        </p:spPr>
        <p:txBody>
          <a:bodyPr/>
          <a:lstStyle/>
          <a:p>
            <a:endParaRPr lang="en-US"/>
          </a:p>
        </p:txBody>
      </p:sp>
      <p:sp>
        <p:nvSpPr>
          <p:cNvPr id="16" name="SmartArt Placeholder 14">
            <a:extLst>
              <a:ext uri="{FF2B5EF4-FFF2-40B4-BE49-F238E27FC236}">
                <a16:creationId xmlns:a16="http://schemas.microsoft.com/office/drawing/2014/main" id="{FBD83F25-25EA-4FCB-9180-B7567885BE7A}"/>
              </a:ext>
            </a:extLst>
          </p:cNvPr>
          <p:cNvSpPr>
            <a:spLocks noGrp="1"/>
          </p:cNvSpPr>
          <p:nvPr>
            <p:ph type="dgm" sz="quarter" idx="14"/>
          </p:nvPr>
        </p:nvSpPr>
        <p:spPr>
          <a:xfrm>
            <a:off x="3486759" y="2290762"/>
            <a:ext cx="2286000" cy="2514600"/>
          </a:xfrm>
          <a:solidFill>
            <a:schemeClr val="accent2"/>
          </a:solidFill>
        </p:spPr>
        <p:txBody>
          <a:bodyPr/>
          <a:lstStyle/>
          <a:p>
            <a:endParaRPr lang="en-US"/>
          </a:p>
        </p:txBody>
      </p:sp>
      <p:sp>
        <p:nvSpPr>
          <p:cNvPr id="17" name="SmartArt Placeholder 14">
            <a:extLst>
              <a:ext uri="{FF2B5EF4-FFF2-40B4-BE49-F238E27FC236}">
                <a16:creationId xmlns:a16="http://schemas.microsoft.com/office/drawing/2014/main" id="{C19AF1FD-578A-4AC1-8006-BF395C098188}"/>
              </a:ext>
            </a:extLst>
          </p:cNvPr>
          <p:cNvSpPr>
            <a:spLocks noGrp="1"/>
          </p:cNvSpPr>
          <p:nvPr>
            <p:ph type="dgm" sz="quarter" idx="15"/>
          </p:nvPr>
        </p:nvSpPr>
        <p:spPr>
          <a:xfrm>
            <a:off x="6397255" y="2290762"/>
            <a:ext cx="2286000" cy="2514600"/>
          </a:xfrm>
          <a:solidFill>
            <a:schemeClr val="accent2"/>
          </a:solidFill>
        </p:spPr>
        <p:txBody>
          <a:bodyPr/>
          <a:lstStyle/>
          <a:p>
            <a:endParaRPr lang="en-US"/>
          </a:p>
        </p:txBody>
      </p:sp>
      <p:sp>
        <p:nvSpPr>
          <p:cNvPr id="18" name="SmartArt Placeholder 14">
            <a:extLst>
              <a:ext uri="{FF2B5EF4-FFF2-40B4-BE49-F238E27FC236}">
                <a16:creationId xmlns:a16="http://schemas.microsoft.com/office/drawing/2014/main" id="{A30FAB41-D651-4537-9674-A090F9541E38}"/>
              </a:ext>
            </a:extLst>
          </p:cNvPr>
          <p:cNvSpPr>
            <a:spLocks noGrp="1"/>
          </p:cNvSpPr>
          <p:nvPr>
            <p:ph type="dgm" sz="quarter" idx="16"/>
          </p:nvPr>
        </p:nvSpPr>
        <p:spPr>
          <a:xfrm>
            <a:off x="9307750" y="2290762"/>
            <a:ext cx="2286000" cy="2514600"/>
          </a:xfrm>
          <a:solidFill>
            <a:schemeClr val="accent2"/>
          </a:solidFill>
        </p:spPr>
        <p:txBody>
          <a:bodyPr/>
          <a:lstStyle/>
          <a:p>
            <a:endParaRPr lang="en-US"/>
          </a:p>
        </p:txBody>
      </p:sp>
      <p:sp>
        <p:nvSpPr>
          <p:cNvPr id="20" name="Text Placeholder 19">
            <a:extLst>
              <a:ext uri="{FF2B5EF4-FFF2-40B4-BE49-F238E27FC236}">
                <a16:creationId xmlns:a16="http://schemas.microsoft.com/office/drawing/2014/main" id="{6FF70985-87A5-4813-BB21-CD79732947F5}"/>
              </a:ext>
            </a:extLst>
          </p:cNvPr>
          <p:cNvSpPr>
            <a:spLocks noGrp="1"/>
          </p:cNvSpPr>
          <p:nvPr>
            <p:ph type="body" sz="quarter" idx="17" hasCustomPrompt="1"/>
          </p:nvPr>
        </p:nvSpPr>
        <p:spPr>
          <a:xfrm>
            <a:off x="576263" y="4943475"/>
            <a:ext cx="2286000" cy="365760"/>
          </a:xfrm>
        </p:spPr>
        <p:txBody>
          <a:bodyPr>
            <a:noAutofit/>
          </a:bodyPr>
          <a:lstStyle>
            <a:lvl1pPr marL="0" indent="0">
              <a:buNone/>
              <a:defRPr sz="1800"/>
            </a:lvl1pPr>
            <a:lvl2pPr marL="324000" indent="0">
              <a:buNone/>
              <a:defRPr sz="1800"/>
            </a:lvl2pPr>
            <a:lvl3pPr marL="630000" indent="0">
              <a:buNone/>
              <a:defRPr sz="1800"/>
            </a:lvl3pPr>
            <a:lvl4pPr marL="1008000" indent="0">
              <a:buNone/>
              <a:defRPr sz="1800"/>
            </a:lvl4pPr>
            <a:lvl5pPr marL="1368000" indent="0">
              <a:buNone/>
              <a:defRPr sz="1800"/>
            </a:lvl5pPr>
          </a:lstStyle>
          <a:p>
            <a:pPr lvl="0"/>
            <a:r>
              <a:rPr lang="en-US"/>
              <a:t>Name</a:t>
            </a:r>
          </a:p>
        </p:txBody>
      </p:sp>
      <p:sp>
        <p:nvSpPr>
          <p:cNvPr id="22" name="Text Placeholder 21">
            <a:extLst>
              <a:ext uri="{FF2B5EF4-FFF2-40B4-BE49-F238E27FC236}">
                <a16:creationId xmlns:a16="http://schemas.microsoft.com/office/drawing/2014/main" id="{8F30C930-1919-4A13-98BD-6CB6119CC11A}"/>
              </a:ext>
            </a:extLst>
          </p:cNvPr>
          <p:cNvSpPr>
            <a:spLocks noGrp="1"/>
          </p:cNvSpPr>
          <p:nvPr>
            <p:ph type="body" sz="quarter" idx="18" hasCustomPrompt="1"/>
          </p:nvPr>
        </p:nvSpPr>
        <p:spPr>
          <a:xfrm>
            <a:off x="575894" y="5447348"/>
            <a:ext cx="2286000" cy="365760"/>
          </a:xfrm>
        </p:spPr>
        <p:txBody>
          <a:bodyPr>
            <a:noAutofit/>
          </a:bodyPr>
          <a:lstStyle>
            <a:lvl1pPr marL="0" indent="0">
              <a:buNone/>
              <a:defRPr sz="1600"/>
            </a:lvl1pPr>
            <a:lvl2pPr marL="324000" indent="0">
              <a:buNone/>
              <a:defRPr sz="1600"/>
            </a:lvl2pPr>
            <a:lvl3pPr marL="630000" indent="0">
              <a:buNone/>
              <a:defRPr sz="1600"/>
            </a:lvl3pPr>
            <a:lvl4pPr marL="1008000" indent="0">
              <a:buNone/>
              <a:defRPr sz="1600"/>
            </a:lvl4pPr>
            <a:lvl5pPr marL="1368000" indent="0">
              <a:buNone/>
              <a:defRPr sz="1600"/>
            </a:lvl5pPr>
          </a:lstStyle>
          <a:p>
            <a:pPr lvl="0"/>
            <a:r>
              <a:rPr lang="en-US"/>
              <a:t>Title</a:t>
            </a:r>
          </a:p>
        </p:txBody>
      </p:sp>
      <p:sp>
        <p:nvSpPr>
          <p:cNvPr id="23" name="Text Placeholder 19">
            <a:extLst>
              <a:ext uri="{FF2B5EF4-FFF2-40B4-BE49-F238E27FC236}">
                <a16:creationId xmlns:a16="http://schemas.microsoft.com/office/drawing/2014/main" id="{6E4126AC-7681-4156-8274-2A6414894394}"/>
              </a:ext>
            </a:extLst>
          </p:cNvPr>
          <p:cNvSpPr>
            <a:spLocks noGrp="1"/>
          </p:cNvSpPr>
          <p:nvPr>
            <p:ph type="body" sz="quarter" idx="19" hasCustomPrompt="1"/>
          </p:nvPr>
        </p:nvSpPr>
        <p:spPr>
          <a:xfrm>
            <a:off x="3487128" y="4943475"/>
            <a:ext cx="2286000" cy="365760"/>
          </a:xfrm>
        </p:spPr>
        <p:txBody>
          <a:bodyPr>
            <a:noAutofit/>
          </a:bodyPr>
          <a:lstStyle>
            <a:lvl1pPr marL="0" indent="0">
              <a:buNone/>
              <a:defRPr sz="1800"/>
            </a:lvl1pPr>
            <a:lvl2pPr marL="324000" indent="0">
              <a:buNone/>
              <a:defRPr sz="1800"/>
            </a:lvl2pPr>
            <a:lvl3pPr marL="630000" indent="0">
              <a:buNone/>
              <a:defRPr sz="1800"/>
            </a:lvl3pPr>
            <a:lvl4pPr marL="1008000" indent="0">
              <a:buNone/>
              <a:defRPr sz="1800"/>
            </a:lvl4pPr>
            <a:lvl5pPr marL="1368000" indent="0">
              <a:buNone/>
              <a:defRPr sz="1800"/>
            </a:lvl5pPr>
          </a:lstStyle>
          <a:p>
            <a:pPr lvl="0"/>
            <a:r>
              <a:rPr lang="en-US"/>
              <a:t>Name</a:t>
            </a:r>
          </a:p>
        </p:txBody>
      </p:sp>
      <p:sp>
        <p:nvSpPr>
          <p:cNvPr id="24" name="Text Placeholder 21">
            <a:extLst>
              <a:ext uri="{FF2B5EF4-FFF2-40B4-BE49-F238E27FC236}">
                <a16:creationId xmlns:a16="http://schemas.microsoft.com/office/drawing/2014/main" id="{D03485ED-1755-41FA-942B-ED95B3913DBF}"/>
              </a:ext>
            </a:extLst>
          </p:cNvPr>
          <p:cNvSpPr>
            <a:spLocks noGrp="1"/>
          </p:cNvSpPr>
          <p:nvPr>
            <p:ph type="body" sz="quarter" idx="20" hasCustomPrompt="1"/>
          </p:nvPr>
        </p:nvSpPr>
        <p:spPr>
          <a:xfrm>
            <a:off x="3486759" y="5447348"/>
            <a:ext cx="2286000" cy="365760"/>
          </a:xfrm>
        </p:spPr>
        <p:txBody>
          <a:bodyPr>
            <a:noAutofit/>
          </a:bodyPr>
          <a:lstStyle>
            <a:lvl1pPr marL="0" indent="0">
              <a:buNone/>
              <a:defRPr sz="1600"/>
            </a:lvl1pPr>
            <a:lvl2pPr marL="324000" indent="0">
              <a:buNone/>
              <a:defRPr sz="1600"/>
            </a:lvl2pPr>
            <a:lvl3pPr marL="630000" indent="0">
              <a:buNone/>
              <a:defRPr sz="1600"/>
            </a:lvl3pPr>
            <a:lvl4pPr marL="1008000" indent="0">
              <a:buNone/>
              <a:defRPr sz="1600"/>
            </a:lvl4pPr>
            <a:lvl5pPr marL="1368000" indent="0">
              <a:buNone/>
              <a:defRPr sz="1600"/>
            </a:lvl5pPr>
          </a:lstStyle>
          <a:p>
            <a:pPr lvl="0"/>
            <a:r>
              <a:rPr lang="en-US"/>
              <a:t>Title</a:t>
            </a:r>
          </a:p>
        </p:txBody>
      </p:sp>
      <p:sp>
        <p:nvSpPr>
          <p:cNvPr id="25" name="Text Placeholder 19">
            <a:extLst>
              <a:ext uri="{FF2B5EF4-FFF2-40B4-BE49-F238E27FC236}">
                <a16:creationId xmlns:a16="http://schemas.microsoft.com/office/drawing/2014/main" id="{42AFEFC9-586E-4B97-AD51-F02AC6AC6A60}"/>
              </a:ext>
            </a:extLst>
          </p:cNvPr>
          <p:cNvSpPr>
            <a:spLocks noGrp="1"/>
          </p:cNvSpPr>
          <p:nvPr>
            <p:ph type="body" sz="quarter" idx="21" hasCustomPrompt="1"/>
          </p:nvPr>
        </p:nvSpPr>
        <p:spPr>
          <a:xfrm>
            <a:off x="6397624" y="4943475"/>
            <a:ext cx="2286000" cy="365760"/>
          </a:xfrm>
        </p:spPr>
        <p:txBody>
          <a:bodyPr>
            <a:noAutofit/>
          </a:bodyPr>
          <a:lstStyle>
            <a:lvl1pPr marL="0" indent="0">
              <a:buNone/>
              <a:defRPr sz="1800"/>
            </a:lvl1pPr>
            <a:lvl2pPr marL="324000" indent="0">
              <a:buNone/>
              <a:defRPr sz="1800"/>
            </a:lvl2pPr>
            <a:lvl3pPr marL="630000" indent="0">
              <a:buNone/>
              <a:defRPr sz="1800"/>
            </a:lvl3pPr>
            <a:lvl4pPr marL="1008000" indent="0">
              <a:buNone/>
              <a:defRPr sz="1800"/>
            </a:lvl4pPr>
            <a:lvl5pPr marL="1368000" indent="0">
              <a:buNone/>
              <a:defRPr sz="1800"/>
            </a:lvl5pPr>
          </a:lstStyle>
          <a:p>
            <a:pPr lvl="0"/>
            <a:r>
              <a:rPr lang="en-US"/>
              <a:t>Name</a:t>
            </a:r>
          </a:p>
        </p:txBody>
      </p:sp>
      <p:sp>
        <p:nvSpPr>
          <p:cNvPr id="26" name="Text Placeholder 21">
            <a:extLst>
              <a:ext uri="{FF2B5EF4-FFF2-40B4-BE49-F238E27FC236}">
                <a16:creationId xmlns:a16="http://schemas.microsoft.com/office/drawing/2014/main" id="{E94B1769-BE23-4EBA-A0DA-9A01476DAC50}"/>
              </a:ext>
            </a:extLst>
          </p:cNvPr>
          <p:cNvSpPr>
            <a:spLocks noGrp="1"/>
          </p:cNvSpPr>
          <p:nvPr>
            <p:ph type="body" sz="quarter" idx="22" hasCustomPrompt="1"/>
          </p:nvPr>
        </p:nvSpPr>
        <p:spPr>
          <a:xfrm>
            <a:off x="6397255" y="5447348"/>
            <a:ext cx="2286000" cy="365760"/>
          </a:xfrm>
        </p:spPr>
        <p:txBody>
          <a:bodyPr>
            <a:noAutofit/>
          </a:bodyPr>
          <a:lstStyle>
            <a:lvl1pPr marL="0" indent="0">
              <a:buNone/>
              <a:defRPr sz="1600"/>
            </a:lvl1pPr>
            <a:lvl2pPr marL="324000" indent="0">
              <a:buNone/>
              <a:defRPr sz="1600"/>
            </a:lvl2pPr>
            <a:lvl3pPr marL="630000" indent="0">
              <a:buNone/>
              <a:defRPr sz="1600"/>
            </a:lvl3pPr>
            <a:lvl4pPr marL="1008000" indent="0">
              <a:buNone/>
              <a:defRPr sz="1600"/>
            </a:lvl4pPr>
            <a:lvl5pPr marL="1368000" indent="0">
              <a:buNone/>
              <a:defRPr sz="1600"/>
            </a:lvl5pPr>
          </a:lstStyle>
          <a:p>
            <a:pPr lvl="0"/>
            <a:r>
              <a:rPr lang="en-US"/>
              <a:t>Title</a:t>
            </a:r>
          </a:p>
        </p:txBody>
      </p:sp>
      <p:sp>
        <p:nvSpPr>
          <p:cNvPr id="27" name="Text Placeholder 19">
            <a:extLst>
              <a:ext uri="{FF2B5EF4-FFF2-40B4-BE49-F238E27FC236}">
                <a16:creationId xmlns:a16="http://schemas.microsoft.com/office/drawing/2014/main" id="{9A7362AB-6137-4C5C-9219-392C3875AD9B}"/>
              </a:ext>
            </a:extLst>
          </p:cNvPr>
          <p:cNvSpPr>
            <a:spLocks noGrp="1"/>
          </p:cNvSpPr>
          <p:nvPr>
            <p:ph type="body" sz="quarter" idx="23" hasCustomPrompt="1"/>
          </p:nvPr>
        </p:nvSpPr>
        <p:spPr>
          <a:xfrm>
            <a:off x="9308119" y="4957131"/>
            <a:ext cx="2286000" cy="365760"/>
          </a:xfrm>
        </p:spPr>
        <p:txBody>
          <a:bodyPr>
            <a:noAutofit/>
          </a:bodyPr>
          <a:lstStyle>
            <a:lvl1pPr marL="0" indent="0">
              <a:buNone/>
              <a:defRPr sz="1800"/>
            </a:lvl1pPr>
            <a:lvl2pPr marL="324000" indent="0">
              <a:buNone/>
              <a:defRPr sz="1800"/>
            </a:lvl2pPr>
            <a:lvl3pPr marL="630000" indent="0">
              <a:buNone/>
              <a:defRPr sz="1800"/>
            </a:lvl3pPr>
            <a:lvl4pPr marL="1008000" indent="0">
              <a:buNone/>
              <a:defRPr sz="1800"/>
            </a:lvl4pPr>
            <a:lvl5pPr marL="1368000" indent="0">
              <a:buNone/>
              <a:defRPr sz="1800"/>
            </a:lvl5pPr>
          </a:lstStyle>
          <a:p>
            <a:pPr lvl="0"/>
            <a:r>
              <a:rPr lang="en-US"/>
              <a:t>Name</a:t>
            </a:r>
          </a:p>
        </p:txBody>
      </p:sp>
      <p:sp>
        <p:nvSpPr>
          <p:cNvPr id="28" name="Text Placeholder 21">
            <a:extLst>
              <a:ext uri="{FF2B5EF4-FFF2-40B4-BE49-F238E27FC236}">
                <a16:creationId xmlns:a16="http://schemas.microsoft.com/office/drawing/2014/main" id="{DA6F45F2-E17A-4027-AAA9-B9B703C26A2F}"/>
              </a:ext>
            </a:extLst>
          </p:cNvPr>
          <p:cNvSpPr>
            <a:spLocks noGrp="1"/>
          </p:cNvSpPr>
          <p:nvPr>
            <p:ph type="body" sz="quarter" idx="24" hasCustomPrompt="1"/>
          </p:nvPr>
        </p:nvSpPr>
        <p:spPr>
          <a:xfrm>
            <a:off x="9307750" y="5461004"/>
            <a:ext cx="2286000" cy="365760"/>
          </a:xfrm>
        </p:spPr>
        <p:txBody>
          <a:bodyPr>
            <a:noAutofit/>
          </a:bodyPr>
          <a:lstStyle>
            <a:lvl1pPr marL="0" indent="0">
              <a:buNone/>
              <a:defRPr sz="1600"/>
            </a:lvl1pPr>
            <a:lvl2pPr marL="324000" indent="0">
              <a:buNone/>
              <a:defRPr sz="1600"/>
            </a:lvl2pPr>
            <a:lvl3pPr marL="630000" indent="0">
              <a:buNone/>
              <a:defRPr sz="1600"/>
            </a:lvl3pPr>
            <a:lvl4pPr marL="1008000" indent="0">
              <a:buNone/>
              <a:defRPr sz="1600"/>
            </a:lvl4pPr>
            <a:lvl5pPr marL="1368000" indent="0">
              <a:buNone/>
              <a:defRPr sz="1600"/>
            </a:lvl5pPr>
          </a:lstStyle>
          <a:p>
            <a:pPr lvl="0"/>
            <a:r>
              <a:rPr lang="en-US"/>
              <a:t>Title</a:t>
            </a:r>
          </a:p>
        </p:txBody>
      </p:sp>
      <p:sp>
        <p:nvSpPr>
          <p:cNvPr id="4" name="Footer Placeholder 3"/>
          <p:cNvSpPr>
            <a:spLocks noGrp="1"/>
          </p:cNvSpPr>
          <p:nvPr>
            <p:ph type="ftr" sz="quarter" idx="11"/>
          </p:nvPr>
        </p:nvSpPr>
        <p:spPr/>
        <p:txBody>
          <a:bodyPr/>
          <a:lstStyle/>
          <a:p>
            <a:r>
              <a:rPr lang="en-US"/>
              <a:t>Sample Footer Text</a:t>
            </a:r>
          </a:p>
        </p:txBody>
      </p:sp>
      <p:sp>
        <p:nvSpPr>
          <p:cNvPr id="3" name="Date Placeholder 2"/>
          <p:cNvSpPr>
            <a:spLocks noGrp="1"/>
          </p:cNvSpPr>
          <p:nvPr>
            <p:ph type="dt" sz="half" idx="10"/>
          </p:nvPr>
        </p:nvSpPr>
        <p:spPr/>
        <p:txBody>
          <a:bodyPr/>
          <a:lstStyle/>
          <a:p>
            <a:r>
              <a:rPr lang="en-US"/>
              <a:t>20XX</a:t>
            </a:r>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39263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Sample Footer Text</a:t>
            </a:r>
          </a:p>
        </p:txBody>
      </p:sp>
      <p:sp>
        <p:nvSpPr>
          <p:cNvPr id="7" name="Date Placeholder 6"/>
          <p:cNvSpPr>
            <a:spLocks noGrp="1"/>
          </p:cNvSpPr>
          <p:nvPr>
            <p:ph type="dt" sz="half" idx="10"/>
          </p:nvPr>
        </p:nvSpPr>
        <p:spPr/>
        <p:txBody>
          <a:bodyPr/>
          <a:lstStyle/>
          <a:p>
            <a:r>
              <a:rPr lang="en-US"/>
              <a:t>20XX</a:t>
            </a:r>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614280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3200400"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32004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412343" y="2250891"/>
            <a:ext cx="320040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412341" y="2926051"/>
            <a:ext cx="32004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F00371C-297D-40EF-8A7B-A4A10A3E0F58}"/>
              </a:ext>
            </a:extLst>
          </p:cNvPr>
          <p:cNvSpPr>
            <a:spLocks noGrp="1"/>
          </p:cNvSpPr>
          <p:nvPr>
            <p:ph type="body" sz="quarter" idx="13"/>
          </p:nvPr>
        </p:nvSpPr>
        <p:spPr>
          <a:xfrm>
            <a:off x="8243499" y="2250891"/>
            <a:ext cx="320040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11" name="Content Placeholder 5">
            <a:extLst>
              <a:ext uri="{FF2B5EF4-FFF2-40B4-BE49-F238E27FC236}">
                <a16:creationId xmlns:a16="http://schemas.microsoft.com/office/drawing/2014/main" id="{54C654D6-9180-439B-AA80-A486173B740A}"/>
              </a:ext>
            </a:extLst>
          </p:cNvPr>
          <p:cNvSpPr>
            <a:spLocks noGrp="1"/>
          </p:cNvSpPr>
          <p:nvPr>
            <p:ph sz="quarter" idx="14"/>
          </p:nvPr>
        </p:nvSpPr>
        <p:spPr>
          <a:xfrm>
            <a:off x="8243497" y="2926051"/>
            <a:ext cx="32004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Sample Footer Text</a:t>
            </a:r>
          </a:p>
        </p:txBody>
      </p:sp>
      <p:sp>
        <p:nvSpPr>
          <p:cNvPr id="7" name="Date Placeholder 6"/>
          <p:cNvSpPr>
            <a:spLocks noGrp="1"/>
          </p:cNvSpPr>
          <p:nvPr>
            <p:ph type="dt" sz="half" idx="10"/>
          </p:nvPr>
        </p:nvSpPr>
        <p:spPr/>
        <p:txBody>
          <a:bodyPr/>
          <a:lstStyle/>
          <a:p>
            <a:r>
              <a:rPr lang="en-US"/>
              <a:t>20XX</a:t>
            </a:r>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119735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E7D0488-B202-4F7B-9F3C-5F3540449364}"/>
              </a:ext>
            </a:extLst>
          </p:cNvPr>
          <p:cNvSpPr>
            <a:spLocks noGrp="1"/>
          </p:cNvSpPr>
          <p:nvPr>
            <p:ph type="title"/>
          </p:nvPr>
        </p:nvSpPr>
        <p:spPr>
          <a:xfrm>
            <a:off x="581192" y="3986411"/>
            <a:ext cx="3568661" cy="1872388"/>
          </a:xfrm>
        </p:spPr>
        <p:txBody>
          <a:bodyPr anchor="ctr"/>
          <a:lstStyle/>
          <a:p>
            <a:pPr algn="r"/>
            <a:endParaRPr lang="en-US">
              <a:solidFill>
                <a:schemeClr val="tx2"/>
              </a:solidFill>
            </a:endParaRPr>
          </a:p>
        </p:txBody>
      </p:sp>
      <p:sp>
        <p:nvSpPr>
          <p:cNvPr id="12" name="Picture Placeholder 11">
            <a:extLst>
              <a:ext uri="{FF2B5EF4-FFF2-40B4-BE49-F238E27FC236}">
                <a16:creationId xmlns:a16="http://schemas.microsoft.com/office/drawing/2014/main" id="{5972A87D-479C-4157-A7C5-33D8FC7B2974}"/>
              </a:ext>
            </a:extLst>
          </p:cNvPr>
          <p:cNvSpPr>
            <a:spLocks noGrp="1"/>
          </p:cNvSpPr>
          <p:nvPr>
            <p:ph type="pic" sz="quarter" idx="13"/>
          </p:nvPr>
        </p:nvSpPr>
        <p:spPr>
          <a:xfrm>
            <a:off x="448056" y="768096"/>
            <a:ext cx="2578608" cy="2816352"/>
          </a:xfrm>
          <a:solidFill>
            <a:schemeClr val="accent2"/>
          </a:solidFill>
        </p:spPr>
        <p:txBody>
          <a:bodyPr/>
          <a:lstStyle/>
          <a:p>
            <a:endParaRPr lang="en-US"/>
          </a:p>
        </p:txBody>
      </p:sp>
      <p:sp>
        <p:nvSpPr>
          <p:cNvPr id="13" name="Picture Placeholder 11">
            <a:extLst>
              <a:ext uri="{FF2B5EF4-FFF2-40B4-BE49-F238E27FC236}">
                <a16:creationId xmlns:a16="http://schemas.microsoft.com/office/drawing/2014/main" id="{78EE581A-A98D-4A1B-B826-3C60801D6672}"/>
              </a:ext>
            </a:extLst>
          </p:cNvPr>
          <p:cNvSpPr>
            <a:spLocks noGrp="1"/>
          </p:cNvSpPr>
          <p:nvPr>
            <p:ph type="pic" sz="quarter" idx="14"/>
          </p:nvPr>
        </p:nvSpPr>
        <p:spPr>
          <a:xfrm>
            <a:off x="3352800" y="768096"/>
            <a:ext cx="2578608" cy="2816352"/>
          </a:xfrm>
          <a:solidFill>
            <a:schemeClr val="accent2"/>
          </a:solidFill>
        </p:spPr>
        <p:txBody>
          <a:bodyPr/>
          <a:lstStyle/>
          <a:p>
            <a:endParaRPr lang="en-US"/>
          </a:p>
        </p:txBody>
      </p:sp>
      <p:sp>
        <p:nvSpPr>
          <p:cNvPr id="14" name="Picture Placeholder 11">
            <a:extLst>
              <a:ext uri="{FF2B5EF4-FFF2-40B4-BE49-F238E27FC236}">
                <a16:creationId xmlns:a16="http://schemas.microsoft.com/office/drawing/2014/main" id="{16AE88BE-E502-4D34-AAE9-6EE48F1ACE29}"/>
              </a:ext>
            </a:extLst>
          </p:cNvPr>
          <p:cNvSpPr>
            <a:spLocks noGrp="1"/>
          </p:cNvSpPr>
          <p:nvPr>
            <p:ph type="pic" sz="quarter" idx="15"/>
          </p:nvPr>
        </p:nvSpPr>
        <p:spPr>
          <a:xfrm>
            <a:off x="6257544" y="768096"/>
            <a:ext cx="2578608" cy="2816352"/>
          </a:xfrm>
          <a:solidFill>
            <a:schemeClr val="accent2"/>
          </a:solidFill>
        </p:spPr>
        <p:txBody>
          <a:bodyPr/>
          <a:lstStyle/>
          <a:p>
            <a:endParaRPr lang="en-US"/>
          </a:p>
        </p:txBody>
      </p:sp>
      <p:sp>
        <p:nvSpPr>
          <p:cNvPr id="16" name="Picture Placeholder 11">
            <a:extLst>
              <a:ext uri="{FF2B5EF4-FFF2-40B4-BE49-F238E27FC236}">
                <a16:creationId xmlns:a16="http://schemas.microsoft.com/office/drawing/2014/main" id="{9FD0C6B3-E0D9-4177-8079-178D1B0F530D}"/>
              </a:ext>
            </a:extLst>
          </p:cNvPr>
          <p:cNvSpPr>
            <a:spLocks noGrp="1"/>
          </p:cNvSpPr>
          <p:nvPr>
            <p:ph type="pic" sz="quarter" idx="16"/>
          </p:nvPr>
        </p:nvSpPr>
        <p:spPr>
          <a:xfrm>
            <a:off x="9162288" y="768096"/>
            <a:ext cx="2578608" cy="2816352"/>
          </a:xfrm>
          <a:solidFill>
            <a:schemeClr val="accent2"/>
          </a:solidFill>
        </p:spPr>
        <p:txBody>
          <a:bodyPr/>
          <a:lstStyle/>
          <a:p>
            <a:endParaRPr lang="en-US"/>
          </a:p>
        </p:txBody>
      </p:sp>
      <p:sp>
        <p:nvSpPr>
          <p:cNvPr id="10" name="Content Placeholder 2">
            <a:extLst>
              <a:ext uri="{FF2B5EF4-FFF2-40B4-BE49-F238E27FC236}">
                <a16:creationId xmlns:a16="http://schemas.microsoft.com/office/drawing/2014/main" id="{53AD8A25-150B-42DF-B6CC-FB1E5225D517}"/>
              </a:ext>
            </a:extLst>
          </p:cNvPr>
          <p:cNvSpPr>
            <a:spLocks noGrp="1"/>
          </p:cNvSpPr>
          <p:nvPr>
            <p:ph idx="1"/>
          </p:nvPr>
        </p:nvSpPr>
        <p:spPr>
          <a:xfrm>
            <a:off x="4520392" y="3956050"/>
            <a:ext cx="7225075" cy="1902749"/>
          </a:xfrm>
        </p:spPr>
        <p:txBody>
          <a:bodyPr>
            <a:normAutofit/>
          </a:bodyPr>
          <a:lstStyle>
            <a:lvl1pPr marL="0" indent="0">
              <a:buNone/>
              <a:defRPr/>
            </a:lvl1pPr>
          </a:lstStyle>
          <a:p>
            <a:endParaRPr lang="en-US"/>
          </a:p>
        </p:txBody>
      </p:sp>
      <p:sp>
        <p:nvSpPr>
          <p:cNvPr id="3" name="Footer Placeholder 2"/>
          <p:cNvSpPr>
            <a:spLocks noGrp="1"/>
          </p:cNvSpPr>
          <p:nvPr>
            <p:ph type="ftr" sz="quarter" idx="11"/>
          </p:nvPr>
        </p:nvSpPr>
        <p:spPr/>
        <p:txBody>
          <a:bodyPr/>
          <a:lstStyle/>
          <a:p>
            <a:r>
              <a:rPr lang="en-US"/>
              <a:t>Sample Footer Text</a:t>
            </a:r>
          </a:p>
        </p:txBody>
      </p:sp>
      <p:sp>
        <p:nvSpPr>
          <p:cNvPr id="2" name="Date Placeholder 1"/>
          <p:cNvSpPr>
            <a:spLocks noGrp="1"/>
          </p:cNvSpPr>
          <p:nvPr>
            <p:ph type="dt" sz="half" idx="10"/>
          </p:nvPr>
        </p:nvSpPr>
        <p:spPr/>
        <p:txBody>
          <a:bodyPr/>
          <a:lstStyle/>
          <a:p>
            <a:r>
              <a:rPr lang="en-US"/>
              <a:t>20XX</a:t>
            </a:r>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06992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F9CA6-0CB1-4A9E-96E4-67800B107E21}"/>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a:extLst>
              <a:ext uri="{FF2B5EF4-FFF2-40B4-BE49-F238E27FC236}">
                <a16:creationId xmlns:a16="http://schemas.microsoft.com/office/drawing/2014/main" id="{05826FB8-73AC-4F8B-BD9C-B5E87FC9C6A9}"/>
              </a:ext>
              <a:ext uri="{C183D7F6-B498-43B3-948B-1728B52AA6E4}">
                <adec:decorative xmlns:adec="http://schemas.microsoft.com/office/drawing/2017/decorative" val="1"/>
              </a:ext>
            </a:extLst>
          </p:cNvPr>
          <p:cNvSpPr/>
          <p:nvPr userDrawn="1"/>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5" name="Title 1">
            <a:extLst>
              <a:ext uri="{FF2B5EF4-FFF2-40B4-BE49-F238E27FC236}">
                <a16:creationId xmlns:a16="http://schemas.microsoft.com/office/drawing/2014/main" id="{D0F196A1-2430-4797-B656-A38302FAFF33}"/>
              </a:ext>
            </a:extLst>
          </p:cNvPr>
          <p:cNvSpPr>
            <a:spLocks noGrp="1"/>
          </p:cNvSpPr>
          <p:nvPr>
            <p:ph type="title"/>
          </p:nvPr>
        </p:nvSpPr>
        <p:spPr>
          <a:xfrm>
            <a:off x="609906" y="702156"/>
            <a:ext cx="3568661" cy="1188720"/>
          </a:xfrm>
        </p:spPr>
        <p:txBody>
          <a:bodyPr/>
          <a:lstStyle/>
          <a:p>
            <a:endParaRPr lang="en-US"/>
          </a:p>
        </p:txBody>
      </p:sp>
      <p:sp>
        <p:nvSpPr>
          <p:cNvPr id="6" name="Content Placeholder 2">
            <a:extLst>
              <a:ext uri="{FF2B5EF4-FFF2-40B4-BE49-F238E27FC236}">
                <a16:creationId xmlns:a16="http://schemas.microsoft.com/office/drawing/2014/main" id="{F7AE5FA5-AF50-4B00-8E20-1B20A667A3BF}"/>
              </a:ext>
            </a:extLst>
          </p:cNvPr>
          <p:cNvSpPr>
            <a:spLocks noGrp="1"/>
          </p:cNvSpPr>
          <p:nvPr>
            <p:ph idx="1"/>
          </p:nvPr>
        </p:nvSpPr>
        <p:spPr>
          <a:xfrm>
            <a:off x="609906" y="2340864"/>
            <a:ext cx="3568661" cy="3634486"/>
          </a:xfrm>
        </p:spPr>
        <p:txBody>
          <a:bodyPr>
            <a:normAutofit/>
          </a:bodyPr>
          <a:lstStyle>
            <a:lvl1pPr marL="0" indent="0">
              <a:buNone/>
              <a:defRPr/>
            </a:lvl1pPr>
          </a:lstStyle>
          <a:p>
            <a:endParaRPr lang="en-US"/>
          </a:p>
        </p:txBody>
      </p:sp>
      <p:sp>
        <p:nvSpPr>
          <p:cNvPr id="3" name="Footer Placeholder 2"/>
          <p:cNvSpPr>
            <a:spLocks noGrp="1"/>
          </p:cNvSpPr>
          <p:nvPr>
            <p:ph type="ftr" sz="quarter" idx="11"/>
          </p:nvPr>
        </p:nvSpPr>
        <p:spPr/>
        <p:txBody>
          <a:bodyPr/>
          <a:lstStyle/>
          <a:p>
            <a:r>
              <a:rPr lang="en-US"/>
              <a:t>Sample Footer Text</a:t>
            </a:r>
          </a:p>
        </p:txBody>
      </p:sp>
      <p:sp>
        <p:nvSpPr>
          <p:cNvPr id="13" name="Picture Placeholder 12">
            <a:extLst>
              <a:ext uri="{FF2B5EF4-FFF2-40B4-BE49-F238E27FC236}">
                <a16:creationId xmlns:a16="http://schemas.microsoft.com/office/drawing/2014/main" id="{83237575-909D-45C0-B594-0B7A40F04B52}"/>
              </a:ext>
            </a:extLst>
          </p:cNvPr>
          <p:cNvSpPr>
            <a:spLocks noGrp="1"/>
          </p:cNvSpPr>
          <p:nvPr>
            <p:ph type="pic" sz="quarter" idx="13"/>
          </p:nvPr>
        </p:nvSpPr>
        <p:spPr>
          <a:xfrm>
            <a:off x="4657344" y="0"/>
            <a:ext cx="7534656" cy="6858000"/>
          </a:xfrm>
          <a:solidFill>
            <a:schemeClr val="accent2"/>
          </a:solidFill>
        </p:spPr>
        <p:txBody>
          <a:bodyPr/>
          <a:lstStyle/>
          <a:p>
            <a:endParaRPr lang="en-US"/>
          </a:p>
        </p:txBody>
      </p:sp>
      <p:sp>
        <p:nvSpPr>
          <p:cNvPr id="2" name="Date Placeholder 1"/>
          <p:cNvSpPr>
            <a:spLocks noGrp="1"/>
          </p:cNvSpPr>
          <p:nvPr>
            <p:ph type="dt" sz="half" idx="10"/>
          </p:nvPr>
        </p:nvSpPr>
        <p:spPr/>
        <p:txBody>
          <a:bodyPr/>
          <a:lstStyle/>
          <a:p>
            <a:r>
              <a:rPr lang="en-US"/>
              <a:t>20XX</a:t>
            </a:r>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982254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084393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Sample Footer Text</a:t>
            </a:r>
          </a:p>
        </p:txBody>
      </p:sp>
      <p:sp>
        <p:nvSpPr>
          <p:cNvPr id="5" name="Date Placeholder 4"/>
          <p:cNvSpPr>
            <a:spLocks noGrp="1"/>
          </p:cNvSpPr>
          <p:nvPr>
            <p:ph type="dt" sz="half" idx="10"/>
          </p:nvPr>
        </p:nvSpPr>
        <p:spPr/>
        <p:txBody>
          <a:bodyPr/>
          <a:lstStyle/>
          <a:p>
            <a:r>
              <a:rPr lang="en-US"/>
              <a:t>20XX</a:t>
            </a:r>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9679185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Sample Footer Text</a:t>
            </a:r>
          </a:p>
        </p:txBody>
      </p:sp>
      <p:sp>
        <p:nvSpPr>
          <p:cNvPr id="2" name="Date Placeholder 1"/>
          <p:cNvSpPr>
            <a:spLocks noGrp="1"/>
          </p:cNvSpPr>
          <p:nvPr>
            <p:ph type="dt" sz="half" idx="10"/>
          </p:nvPr>
        </p:nvSpPr>
        <p:spPr/>
        <p:txBody>
          <a:bodyPr/>
          <a:lstStyle/>
          <a:p>
            <a:r>
              <a:rPr lang="en-US"/>
              <a:t>20XX</a:t>
            </a:r>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3078986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a:extLst>
              <a:ext uri="{C183D7F6-B498-43B3-948B-1728B52AA6E4}">
                <adec:decorative xmlns:adec="http://schemas.microsoft.com/office/drawing/2017/decorative" val="1"/>
              </a:ext>
            </a:extLst>
          </p:cNvPr>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r>
              <a:rPr lang="en-US"/>
              <a:t>Sample Footer Text</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r>
              <a:rPr lang="en-US"/>
              <a:t>20XX</a:t>
            </a:r>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2159284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l"/>
            <a:r>
              <a:rPr lang="en-US"/>
              <a:t>Sample Footer Text</a:t>
            </a:r>
          </a:p>
        </p:txBody>
      </p:sp>
      <p:sp>
        <p:nvSpPr>
          <p:cNvPr id="5" name="Date Placeholder 4"/>
          <p:cNvSpPr>
            <a:spLocks noGrp="1"/>
          </p:cNvSpPr>
          <p:nvPr>
            <p:ph type="dt" sz="half" idx="10"/>
          </p:nvPr>
        </p:nvSpPr>
        <p:spPr/>
        <p:txBody>
          <a:bodyPr/>
          <a:lstStyle/>
          <a:p>
            <a:r>
              <a:rPr lang="en-US"/>
              <a:t>20XX</a:t>
            </a:r>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716506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A78C165-B12A-4B46-AC7E-8E730F42CBBA}"/>
              </a:ext>
            </a:extLst>
          </p:cNvPr>
          <p:cNvCxnSpPr>
            <a:cxnSpLocks/>
          </p:cNvCxnSpPr>
          <p:nvPr userDrawn="1"/>
        </p:nvCxnSpPr>
        <p:spPr>
          <a:xfrm>
            <a:off x="4241830" y="495574"/>
            <a:ext cx="3703320" cy="0"/>
          </a:xfrm>
          <a:prstGeom prst="line">
            <a:avLst/>
          </a:prstGeom>
          <a:ln w="82550" cap="flat">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15F2DE1-F272-49DD-84C1-C2FB82B723E3}"/>
              </a:ext>
            </a:extLst>
          </p:cNvPr>
          <p:cNvCxnSpPr>
            <a:cxnSpLocks/>
          </p:cNvCxnSpPr>
          <p:nvPr userDrawn="1"/>
        </p:nvCxnSpPr>
        <p:spPr>
          <a:xfrm>
            <a:off x="8042147" y="495574"/>
            <a:ext cx="3703320" cy="0"/>
          </a:xfrm>
          <a:prstGeom prst="line">
            <a:avLst/>
          </a:prstGeom>
          <a:ln w="82550" cap="flat">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20BB053-86D6-405E-A719-7B6EF23E7207}"/>
              </a:ext>
            </a:extLst>
          </p:cNvPr>
          <p:cNvCxnSpPr>
            <a:cxnSpLocks/>
          </p:cNvCxnSpPr>
          <p:nvPr userDrawn="1"/>
        </p:nvCxnSpPr>
        <p:spPr>
          <a:xfrm>
            <a:off x="437009" y="495574"/>
            <a:ext cx="3703320" cy="0"/>
          </a:xfrm>
          <a:prstGeom prst="line">
            <a:avLst/>
          </a:prstGeom>
          <a:ln w="82550" cap="flat">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r>
              <a:rPr lang="en-US"/>
              <a:t>20XX</a:t>
            </a:r>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r>
              <a:rPr lang="en-US"/>
              <a:t>Sample Footer Text</a:t>
            </a:r>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Tree>
    <p:extLst>
      <p:ext uri="{BB962C8B-B14F-4D97-AF65-F5344CB8AC3E}">
        <p14:creationId xmlns:p14="http://schemas.microsoft.com/office/powerpoint/2010/main" val="2179292126"/>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7" r:id="rId3"/>
    <p:sldLayoutId id="2147483780" r:id="rId4"/>
    <p:sldLayoutId id="2147483764" r:id="rId5"/>
    <p:sldLayoutId id="2147483785" r:id="rId6"/>
    <p:sldLayoutId id="2147483783" r:id="rId7"/>
    <p:sldLayoutId id="2147483784" r:id="rId8"/>
    <p:sldLayoutId id="2147483767" r:id="rId9"/>
    <p:sldLayoutId id="2147483782" r:id="rId10"/>
    <p:sldLayoutId id="2147483778" r:id="rId11"/>
    <p:sldLayoutId id="2147483779" r:id="rId12"/>
    <p:sldLayoutId id="2147483765" r:id="rId13"/>
    <p:sldLayoutId id="2147483766" r:id="rId14"/>
    <p:sldLayoutId id="2147483769" r:id="rId15"/>
    <p:sldLayoutId id="2147483770" r:id="rId16"/>
    <p:sldLayoutId id="2147483771" r:id="rId17"/>
  </p:sldLayoutIdLst>
  <p:hf hd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png"/><Relationship Id="rId5" Type="http://schemas.openxmlformats.org/officeDocument/2006/relationships/image" Target="../media/image6.jpe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2.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audio" Target="../media/media4.m4a"/><Relationship Id="rId1" Type="http://schemas.microsoft.com/office/2007/relationships/media" Target="../media/media4.m4a"/><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audio" Target="../media/media5.m4a"/><Relationship Id="rId1" Type="http://schemas.microsoft.com/office/2007/relationships/media" Target="../media/media5.m4a"/><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audio" Target="../media/media6.m4a"/><Relationship Id="rId1" Type="http://schemas.microsoft.com/office/2007/relationships/media" Target="../media/media6.m4a"/><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audio" Target="../media/media7.m4a"/><Relationship Id="rId1" Type="http://schemas.microsoft.com/office/2007/relationships/media" Target="../media/media7.m4a"/><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2.png"/><Relationship Id="rId4" Type="http://schemas.openxmlformats.org/officeDocument/2006/relationships/hyperlink" Target="https://www.hhs.gov/hipaa/for-professionals/privacy/laws-regulations/index.html"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ecfr.gov/current/title-45/subtitle-A/subchapter-C/part-164" TargetMode="External"/><Relationship Id="rId2" Type="http://schemas.openxmlformats.org/officeDocument/2006/relationships/hyperlink" Target="https://www.hhs.gov/hipaa/for-professionals/security/laws-regulations/index.html" TargetMode="Externa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hyperlink" Target="https://www.hhs.gov/hipaa/for-professionals/privacy/laws-regulations/index.html" TargetMode="External"/><Relationship Id="rId4" Type="http://schemas.openxmlformats.org/officeDocument/2006/relationships/hyperlink" Target="https://leocontent.umgc.edu/content/umuc/tus/cmit/cmit320/2235/learning-resource-list/educating-and-training-your-workforce.html?ou=76708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14">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C0524398-BFB4-4C4A-8317-83B8729F9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Placeholder 7" descr="Medical equipment with a stethoscope">
            <a:extLst>
              <a:ext uri="{FF2B5EF4-FFF2-40B4-BE49-F238E27FC236}">
                <a16:creationId xmlns:a16="http://schemas.microsoft.com/office/drawing/2014/main" id="{D9011B7D-CD6B-49C3-8163-9672E7B5EB9C}"/>
              </a:ext>
            </a:extLst>
          </p:cNvPr>
          <p:cNvPicPr>
            <a:picLocks noGrp="1" noChangeAspect="1"/>
          </p:cNvPicPr>
          <p:nvPr>
            <p:ph type="pic" sz="quarter" idx="13"/>
          </p:nvPr>
        </p:nvPicPr>
        <p:blipFill rotWithShape="1">
          <a:blip r:embed="rId5" cstate="screen">
            <a:extLst>
              <a:ext uri="{28A0092B-C50C-407E-A947-70E740481C1C}">
                <a14:useLocalDpi xmlns:a14="http://schemas.microsoft.com/office/drawing/2010/main" val="0"/>
              </a:ext>
            </a:extLst>
          </a:blip>
          <a:srcRect l="25101" r="22455" b="1"/>
          <a:stretch/>
        </p:blipFill>
        <p:spPr>
          <a:xfrm>
            <a:off x="-3047" y="10"/>
            <a:ext cx="12191999" cy="6857990"/>
          </a:xfrm>
          <a:prstGeom prst="rect">
            <a:avLst/>
          </a:prstGeom>
        </p:spPr>
      </p:pic>
      <p:sp>
        <p:nvSpPr>
          <p:cNvPr id="21" name="Rectangle 2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chemeClr val="tx2">
                  <a:alpha val="0"/>
                </a:schemeClr>
              </a:gs>
              <a:gs pos="50000">
                <a:schemeClr val="tx2">
                  <a:alpha val="35000"/>
                </a:schemeClr>
              </a:gs>
              <a:gs pos="100000">
                <a:schemeClr val="tx2">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359453A-78E9-42AE-AE23-C9D218CBC378}"/>
              </a:ext>
            </a:extLst>
          </p:cNvPr>
          <p:cNvSpPr>
            <a:spLocks noGrp="1"/>
          </p:cNvSpPr>
          <p:nvPr>
            <p:ph type="ctrTitle"/>
          </p:nvPr>
        </p:nvSpPr>
        <p:spPr>
          <a:xfrm>
            <a:off x="643466" y="643467"/>
            <a:ext cx="10905059" cy="3330353"/>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3600">
                <a:solidFill>
                  <a:schemeClr val="bg1"/>
                </a:solidFill>
              </a:rPr>
              <a:t>Welcome TO the privacy and security training session</a:t>
            </a:r>
          </a:p>
        </p:txBody>
      </p:sp>
      <p:sp>
        <p:nvSpPr>
          <p:cNvPr id="5" name="Subtitle 4">
            <a:extLst>
              <a:ext uri="{FF2B5EF4-FFF2-40B4-BE49-F238E27FC236}">
                <a16:creationId xmlns:a16="http://schemas.microsoft.com/office/drawing/2014/main" id="{639AF166-E191-409C-98AE-C2A47C576895}"/>
              </a:ext>
            </a:extLst>
          </p:cNvPr>
          <p:cNvSpPr>
            <a:spLocks noGrp="1"/>
          </p:cNvSpPr>
          <p:nvPr>
            <p:ph type="subTitle" idx="1"/>
          </p:nvPr>
        </p:nvSpPr>
        <p:spPr>
          <a:xfrm>
            <a:off x="643466" y="4133135"/>
            <a:ext cx="10902016" cy="1454510"/>
          </a:xfrm>
          <a:effectLst>
            <a:outerShdw blurRad="50800" dist="38100" dir="2700000" algn="tl" rotWithShape="0">
              <a:prstClr val="black">
                <a:alpha val="40000"/>
              </a:prstClr>
            </a:outerShdw>
          </a:effectLst>
        </p:spPr>
        <p:txBody>
          <a:bodyPr vert="horz" lIns="91440" tIns="45720" rIns="91440" bIns="45720" rtlCol="0" anchor="t">
            <a:normAutofit/>
          </a:bodyPr>
          <a:lstStyle/>
          <a:p>
            <a:pPr algn="ctr"/>
            <a:r>
              <a:rPr lang="en-US" cap="all">
                <a:solidFill>
                  <a:schemeClr val="bg1"/>
                </a:solidFill>
              </a:rPr>
              <a:t>Willrock R. Herrera</a:t>
            </a:r>
          </a:p>
        </p:txBody>
      </p:sp>
      <p:cxnSp>
        <p:nvCxnSpPr>
          <p:cNvPr id="23" name="Straight Connector 22">
            <a:extLst>
              <a:ext uri="{FF2B5EF4-FFF2-40B4-BE49-F238E27FC236}">
                <a16:creationId xmlns:a16="http://schemas.microsoft.com/office/drawing/2014/main" id="{34E5597F-CE67-4085-9548-E6A8036DA3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393881" y="4035362"/>
            <a:ext cx="5404237" cy="0"/>
          </a:xfrm>
          <a:prstGeom prst="line">
            <a:avLst/>
          </a:prstGeom>
          <a:ln>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2" name="Audio Recording Jul 11, 2023 at 11:35:43 AM">
            <a:hlinkClick r:id="" action="ppaction://media"/>
            <a:extLst>
              <a:ext uri="{FF2B5EF4-FFF2-40B4-BE49-F238E27FC236}">
                <a16:creationId xmlns:a16="http://schemas.microsoft.com/office/drawing/2014/main" id="{D3CC3F46-F6F2-E77D-7A76-67553397B2C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1039759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700"/>
                                        <p:tgtEl>
                                          <p:spTgt spid="5">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4"/>
                                        </p:tgtEl>
                                        <p:attrNameLst>
                                          <p:attrName>style.visibility</p:attrName>
                                        </p:attrNameLst>
                                      </p:cBhvr>
                                      <p:to>
                                        <p:strVal val="visible"/>
                                      </p:to>
                                    </p:set>
                                    <p:animEffect transition="in" filter="fade">
                                      <p:cBhvr>
                                        <p:cTn id="10" dur="7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998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5" fill="hold" display="0">
                  <p:stCondLst>
                    <p:cond delay="indefinite"/>
                  </p:stCondLst>
                  <p:endCondLst>
                    <p:cond evt="onStopAudio" delay="0">
                      <p:tgtEl>
                        <p:sldTgt/>
                      </p:tgtEl>
                    </p:cond>
                  </p:endCondLst>
                </p:cTn>
                <p:tgtEl>
                  <p:spTgt spid="2"/>
                </p:tgtEl>
              </p:cMediaNode>
            </p:audio>
          </p:childTnLst>
        </p:cTn>
      </p:par>
    </p:tnLst>
    <p:bldLst>
      <p:bldP spid="4" grpId="0"/>
      <p:bldP spid="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495D9B-1C30-46A7-AC78-0AD00F70BCAE}"/>
              </a:ext>
            </a:extLst>
          </p:cNvPr>
          <p:cNvSpPr>
            <a:spLocks noGrp="1"/>
          </p:cNvSpPr>
          <p:nvPr>
            <p:ph idx="1"/>
          </p:nvPr>
        </p:nvSpPr>
        <p:spPr>
          <a:xfrm>
            <a:off x="581193" y="2414788"/>
            <a:ext cx="3424138" cy="3975776"/>
          </a:xfrm>
        </p:spPr>
        <p:txBody>
          <a:bodyPr/>
          <a:lstStyle/>
          <a:p>
            <a:r>
              <a:rPr lang="en-US" dirty="0"/>
              <a:t>3 – Introduction</a:t>
            </a:r>
          </a:p>
          <a:p>
            <a:r>
              <a:rPr lang="en-US" dirty="0"/>
              <a:t>4 – HIPAA Security Rule</a:t>
            </a:r>
          </a:p>
          <a:p>
            <a:r>
              <a:rPr lang="en-US" dirty="0"/>
              <a:t>5 – Terms</a:t>
            </a:r>
          </a:p>
          <a:p>
            <a:r>
              <a:rPr lang="en-US" dirty="0"/>
              <a:t>7 – Safeguarding </a:t>
            </a:r>
          </a:p>
          <a:p>
            <a:r>
              <a:rPr lang="en-US" dirty="0"/>
              <a:t>9 – Disclosures </a:t>
            </a:r>
          </a:p>
          <a:p>
            <a:r>
              <a:rPr lang="en-US" dirty="0"/>
              <a:t>10 – References </a:t>
            </a:r>
          </a:p>
        </p:txBody>
      </p:sp>
      <p:pic>
        <p:nvPicPr>
          <p:cNvPr id="7" name="Picture Placeholder 6" descr="A stethoscope ">
            <a:extLst>
              <a:ext uri="{FF2B5EF4-FFF2-40B4-BE49-F238E27FC236}">
                <a16:creationId xmlns:a16="http://schemas.microsoft.com/office/drawing/2014/main" id="{7F61309D-C856-4938-ADC7-424523E494CD}"/>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4242815" y="640080"/>
            <a:ext cx="3703320" cy="5751576"/>
          </a:xfrm>
        </p:spPr>
      </p:pic>
      <p:pic>
        <p:nvPicPr>
          <p:cNvPr id="9" name="Picture Placeholder 8">
            <a:extLst>
              <a:ext uri="{FF2B5EF4-FFF2-40B4-BE49-F238E27FC236}">
                <a16:creationId xmlns:a16="http://schemas.microsoft.com/office/drawing/2014/main" id="{945B1BB8-49E7-4A38-B10A-734F467CE26E}"/>
              </a:ext>
            </a:extLst>
          </p:cNvPr>
          <p:cNvPicPr>
            <a:picLocks noGrp="1" noChangeAspect="1"/>
          </p:cNvPicPr>
          <p:nvPr>
            <p:ph type="pic" sz="quarter" idx="14"/>
          </p:nvPr>
        </p:nvPicPr>
        <p:blipFill rotWithShape="1">
          <a:blip r:embed="rId3"/>
          <a:srcRect/>
          <a:stretch/>
        </p:blipFill>
        <p:spPr>
          <a:xfrm>
            <a:off x="8046720" y="638989"/>
            <a:ext cx="3703320" cy="5751575"/>
          </a:xfrm>
        </p:spPr>
      </p:pic>
      <p:sp>
        <p:nvSpPr>
          <p:cNvPr id="11" name="Footer Placeholder 10">
            <a:extLst>
              <a:ext uri="{FF2B5EF4-FFF2-40B4-BE49-F238E27FC236}">
                <a16:creationId xmlns:a16="http://schemas.microsoft.com/office/drawing/2014/main" id="{6AA17CD5-6A6E-4EE4-BD68-9B358654D56D}"/>
              </a:ext>
            </a:extLst>
          </p:cNvPr>
          <p:cNvSpPr>
            <a:spLocks noGrp="1"/>
          </p:cNvSpPr>
          <p:nvPr>
            <p:ph type="ftr" sz="quarter" idx="11"/>
          </p:nvPr>
        </p:nvSpPr>
        <p:spPr>
          <a:xfrm>
            <a:off x="581192" y="6423914"/>
            <a:ext cx="6917210"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9A0B9DDD-5A75-438F-8748-02EC3B861C4F}"/>
              </a:ext>
            </a:extLst>
          </p:cNvPr>
          <p:cNvSpPr>
            <a:spLocks noGrp="1"/>
          </p:cNvSpPr>
          <p:nvPr>
            <p:ph type="sldNum" sz="quarter" idx="12"/>
          </p:nvPr>
        </p:nvSpPr>
        <p:spPr>
          <a:xfrm>
            <a:off x="10558300" y="6423914"/>
            <a:ext cx="1052510" cy="365125"/>
          </a:xfrm>
        </p:spPr>
        <p:txBody>
          <a:bodyPr/>
          <a:lstStyle/>
          <a:p>
            <a:fld id="{3A98EE3D-8CD1-4C3F-BD1C-C98C9596463C}" type="slidenum">
              <a:rPr lang="en-US" smtClean="0"/>
              <a:pPr/>
              <a:t>2</a:t>
            </a:fld>
            <a:endParaRPr lang="en-US"/>
          </a:p>
        </p:txBody>
      </p:sp>
      <p:sp>
        <p:nvSpPr>
          <p:cNvPr id="5" name="Title 4">
            <a:extLst>
              <a:ext uri="{FF2B5EF4-FFF2-40B4-BE49-F238E27FC236}">
                <a16:creationId xmlns:a16="http://schemas.microsoft.com/office/drawing/2014/main" id="{7246C4DC-5BE4-47A1-B274-ADABF435C4E1}"/>
              </a:ext>
            </a:extLst>
          </p:cNvPr>
          <p:cNvSpPr>
            <a:spLocks noGrp="1"/>
          </p:cNvSpPr>
          <p:nvPr>
            <p:ph type="title"/>
          </p:nvPr>
        </p:nvSpPr>
        <p:spPr/>
        <p:txBody>
          <a:bodyPr/>
          <a:lstStyle/>
          <a:p>
            <a:r>
              <a:rPr lang="en-US"/>
              <a:t>Table of contents</a:t>
            </a:r>
          </a:p>
        </p:txBody>
      </p:sp>
    </p:spTree>
    <p:extLst>
      <p:ext uri="{BB962C8B-B14F-4D97-AF65-F5344CB8AC3E}">
        <p14:creationId xmlns:p14="http://schemas.microsoft.com/office/powerpoint/2010/main" val="3805164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271D-D3EB-4A78-9929-4B8E740B50B4}"/>
              </a:ext>
            </a:extLst>
          </p:cNvPr>
          <p:cNvSpPr>
            <a:spLocks noGrp="1"/>
          </p:cNvSpPr>
          <p:nvPr>
            <p:ph type="title"/>
          </p:nvPr>
        </p:nvSpPr>
        <p:spPr>
          <a:xfrm>
            <a:off x="581192" y="730730"/>
            <a:ext cx="3475915" cy="1478341"/>
          </a:xfrm>
        </p:spPr>
        <p:txBody>
          <a:bodyPr/>
          <a:lstStyle/>
          <a:p>
            <a:r>
              <a:rPr lang="en-US"/>
              <a:t>Introduction</a:t>
            </a:r>
          </a:p>
        </p:txBody>
      </p:sp>
      <p:sp>
        <p:nvSpPr>
          <p:cNvPr id="3" name="Content Placeholder 2">
            <a:extLst>
              <a:ext uri="{FF2B5EF4-FFF2-40B4-BE49-F238E27FC236}">
                <a16:creationId xmlns:a16="http://schemas.microsoft.com/office/drawing/2014/main" id="{F210F1C6-68F4-48F7-97E9-343EE7513674}"/>
              </a:ext>
            </a:extLst>
          </p:cNvPr>
          <p:cNvSpPr>
            <a:spLocks noGrp="1"/>
          </p:cNvSpPr>
          <p:nvPr>
            <p:ph idx="1"/>
          </p:nvPr>
        </p:nvSpPr>
        <p:spPr>
          <a:xfrm>
            <a:off x="581192" y="2180496"/>
            <a:ext cx="5245867" cy="3678303"/>
          </a:xfrm>
        </p:spPr>
        <p:txBody>
          <a:bodyPr>
            <a:normAutofit/>
          </a:bodyPr>
          <a:lstStyle/>
          <a:p>
            <a:r>
              <a:rPr lang="en-US" sz="2000" dirty="0"/>
              <a:t>Thank you for participating in today’s training designed to cover some updates to our HIPAA Basic Training for Privacy and Security course. We will be going over the HIPAA Security Rule and the information that we must familiarize ourselves with. To include Personable Identifiable Information (PII), Personal Health Information (PHI), and electronic Personal Health Information in order to comply with federal regulations. Let’s begin…</a:t>
            </a:r>
            <a:endParaRPr lang="en-US" sz="2000" kern="100" dirty="0">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20" name="Picture Placeholder 19" descr="doctor talking to patient&#10;">
            <a:extLst>
              <a:ext uri="{FF2B5EF4-FFF2-40B4-BE49-F238E27FC236}">
                <a16:creationId xmlns:a16="http://schemas.microsoft.com/office/drawing/2014/main" id="{3121C450-AE4D-4EF5-BCE8-1DC9F3D770B7}"/>
              </a:ext>
            </a:extLst>
          </p:cNvPr>
          <p:cNvPicPr>
            <a:picLocks noGrp="1" noChangeAspect="1"/>
          </p:cNvPicPr>
          <p:nvPr>
            <p:ph type="pic" sz="quarter" idx="13"/>
          </p:nvPr>
        </p:nvPicPr>
        <p:blipFill>
          <a:blip r:embed="rId4" cstate="screen">
            <a:extLst>
              <a:ext uri="{28A0092B-C50C-407E-A947-70E740481C1C}">
                <a14:useLocalDpi xmlns:a14="http://schemas.microsoft.com/office/drawing/2010/main"/>
              </a:ext>
            </a:extLst>
          </a:blip>
          <a:srcRect/>
          <a:stretch>
            <a:fillRect/>
          </a:stretch>
        </p:blipFill>
        <p:spPr>
          <a:xfrm>
            <a:off x="6654018" y="730730"/>
            <a:ext cx="5096022" cy="2588270"/>
          </a:xfrm>
          <a:prstGeom prst="rect">
            <a:avLst/>
          </a:prstGeom>
        </p:spPr>
      </p:pic>
      <p:pic>
        <p:nvPicPr>
          <p:cNvPr id="12" name="Picture Placeholder 11" descr="A smiling doctor with a stethoscope and patient">
            <a:extLst>
              <a:ext uri="{FF2B5EF4-FFF2-40B4-BE49-F238E27FC236}">
                <a16:creationId xmlns:a16="http://schemas.microsoft.com/office/drawing/2014/main" id="{F2F92A19-D60A-4D6C-8103-E5036EBC089B}"/>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a:stretch/>
        </p:blipFill>
        <p:spPr>
          <a:xfrm>
            <a:off x="6654018" y="3785098"/>
            <a:ext cx="5096022" cy="2588270"/>
          </a:xfrm>
        </p:spPr>
      </p:pic>
      <p:sp>
        <p:nvSpPr>
          <p:cNvPr id="14" name="Footer Placeholder 13">
            <a:extLst>
              <a:ext uri="{FF2B5EF4-FFF2-40B4-BE49-F238E27FC236}">
                <a16:creationId xmlns:a16="http://schemas.microsoft.com/office/drawing/2014/main" id="{9C838D91-2BF9-4595-90F6-6E2D751F6F13}"/>
              </a:ext>
            </a:extLst>
          </p:cNvPr>
          <p:cNvSpPr>
            <a:spLocks noGrp="1"/>
          </p:cNvSpPr>
          <p:nvPr>
            <p:ph type="ftr" sz="quarter" idx="11"/>
          </p:nvPr>
        </p:nvSpPr>
        <p:spPr>
          <a:xfrm>
            <a:off x="581192" y="6423914"/>
            <a:ext cx="6917210" cy="365125"/>
          </a:xfrm>
        </p:spPr>
        <p:txBody>
          <a:bodyPr/>
          <a:lstStyle/>
          <a:p>
            <a:r>
              <a:rPr lang="en-US"/>
              <a:t>Sample Footer Text</a:t>
            </a:r>
          </a:p>
        </p:txBody>
      </p:sp>
      <p:sp>
        <p:nvSpPr>
          <p:cNvPr id="15" name="Slide Number Placeholder 14">
            <a:extLst>
              <a:ext uri="{FF2B5EF4-FFF2-40B4-BE49-F238E27FC236}">
                <a16:creationId xmlns:a16="http://schemas.microsoft.com/office/drawing/2014/main" id="{7E05EE0A-8EAF-4145-9C58-570DD87753E3}"/>
              </a:ext>
            </a:extLst>
          </p:cNvPr>
          <p:cNvSpPr>
            <a:spLocks noGrp="1"/>
          </p:cNvSpPr>
          <p:nvPr>
            <p:ph type="sldNum" sz="quarter" idx="12"/>
          </p:nvPr>
        </p:nvSpPr>
        <p:spPr>
          <a:xfrm>
            <a:off x="10558300" y="6423914"/>
            <a:ext cx="1052510" cy="365125"/>
          </a:xfrm>
        </p:spPr>
        <p:txBody>
          <a:bodyPr/>
          <a:lstStyle/>
          <a:p>
            <a:fld id="{3A98EE3D-8CD1-4C3F-BD1C-C98C9596463C}" type="slidenum">
              <a:rPr lang="en-US" smtClean="0"/>
              <a:pPr/>
              <a:t>3</a:t>
            </a:fld>
            <a:endParaRPr lang="en-US"/>
          </a:p>
        </p:txBody>
      </p:sp>
      <p:pic>
        <p:nvPicPr>
          <p:cNvPr id="4" name="Audio Recording Jul 11, 2023 at 11:41:24 AM">
            <a:hlinkClick r:id="" action="ppaction://media"/>
            <a:extLst>
              <a:ext uri="{FF2B5EF4-FFF2-40B4-BE49-F238E27FC236}">
                <a16:creationId xmlns:a16="http://schemas.microsoft.com/office/drawing/2014/main" id="{CDBEEE2A-AFBE-0D90-4A15-4048F09B90E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3980136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776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B4489-FC73-422D-B916-0D61046F5294}"/>
              </a:ext>
            </a:extLst>
          </p:cNvPr>
          <p:cNvSpPr>
            <a:spLocks noGrp="1"/>
          </p:cNvSpPr>
          <p:nvPr>
            <p:ph type="ctrTitle"/>
          </p:nvPr>
        </p:nvSpPr>
        <p:spPr>
          <a:xfrm>
            <a:off x="581191" y="4309652"/>
            <a:ext cx="10993549" cy="590322"/>
          </a:xfrm>
        </p:spPr>
        <p:txBody>
          <a:bodyPr>
            <a:normAutofit/>
          </a:bodyPr>
          <a:lstStyle/>
          <a:p>
            <a:r>
              <a:rPr lang="en-US" dirty="0"/>
              <a:t>HIPAA security rule</a:t>
            </a:r>
          </a:p>
        </p:txBody>
      </p:sp>
      <p:sp>
        <p:nvSpPr>
          <p:cNvPr id="3" name="Subtitle 2">
            <a:extLst>
              <a:ext uri="{FF2B5EF4-FFF2-40B4-BE49-F238E27FC236}">
                <a16:creationId xmlns:a16="http://schemas.microsoft.com/office/drawing/2014/main" id="{0957B5A0-5976-4FBC-9F15-908902EAE359}"/>
              </a:ext>
            </a:extLst>
          </p:cNvPr>
          <p:cNvSpPr>
            <a:spLocks noGrp="1"/>
          </p:cNvSpPr>
          <p:nvPr>
            <p:ph type="subTitle" idx="1"/>
          </p:nvPr>
        </p:nvSpPr>
        <p:spPr>
          <a:xfrm>
            <a:off x="581194" y="4899974"/>
            <a:ext cx="10993546" cy="1263262"/>
          </a:xfrm>
        </p:spPr>
        <p:txBody>
          <a:bodyPr>
            <a:normAutofit/>
          </a:bodyPr>
          <a:lstStyle/>
          <a:p>
            <a:pPr lvl="0"/>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Sets national standards for the security of Protected Health Information (PHI) and electronic Protected Health Information(ePHI) that may be held and or transferred digitally. </a:t>
            </a:r>
          </a:p>
          <a:p>
            <a:r>
              <a:rPr lang="en-US" sz="1800" dirty="0">
                <a:effectLst/>
                <a:latin typeface="Calibri" panose="020F0502020204030204" pitchFamily="34" charset="0"/>
                <a:ea typeface="Times New Roman" panose="02020603050405020304" pitchFamily="18" charset="0"/>
                <a:cs typeface="Times New Roman" panose="02020603050405020304" pitchFamily="18" charset="0"/>
              </a:rPr>
              <a:t>Requires administrative, physical, and technical safeguards. </a:t>
            </a:r>
            <a:endParaRPr lang="en-US" dirty="0"/>
          </a:p>
        </p:txBody>
      </p:sp>
      <p:pic>
        <p:nvPicPr>
          <p:cNvPr id="11" name="Picture 11">
            <a:extLst>
              <a:ext uri="{FF2B5EF4-FFF2-40B4-BE49-F238E27FC236}">
                <a16:creationId xmlns:a16="http://schemas.microsoft.com/office/drawing/2014/main" id="{3864FB62-6F13-1BDE-AC18-21BDBC43ED31}"/>
              </a:ext>
            </a:extLst>
          </p:cNvPr>
          <p:cNvPicPr>
            <a:picLocks noGrp="1" noChangeAspect="1"/>
          </p:cNvPicPr>
          <p:nvPr>
            <p:ph type="pic" sz="quarter" idx="13"/>
          </p:nvPr>
        </p:nvPicPr>
        <p:blipFill rotWithShape="1">
          <a:blip r:embed="rId4"/>
          <a:srcRect l="4065" t="10181" r="3486" b="1667"/>
          <a:stretch/>
        </p:blipFill>
        <p:spPr>
          <a:xfrm>
            <a:off x="1587991" y="601917"/>
            <a:ext cx="9016018" cy="3707736"/>
          </a:xfrm>
        </p:spPr>
      </p:pic>
      <p:pic>
        <p:nvPicPr>
          <p:cNvPr id="4" name="Audio Recording Jul 11, 2023 at 11:42:00 AM">
            <a:hlinkClick r:id="" action="ppaction://media"/>
            <a:extLst>
              <a:ext uri="{FF2B5EF4-FFF2-40B4-BE49-F238E27FC236}">
                <a16:creationId xmlns:a16="http://schemas.microsoft.com/office/drawing/2014/main" id="{F359D757-FF3B-C7C6-AE1D-E56EBA0956C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1721841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790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BB3F2-AABA-10BB-0D7B-0AE32A617346}"/>
              </a:ext>
            </a:extLst>
          </p:cNvPr>
          <p:cNvSpPr>
            <a:spLocks noGrp="1"/>
          </p:cNvSpPr>
          <p:nvPr>
            <p:ph type="title"/>
          </p:nvPr>
        </p:nvSpPr>
        <p:spPr/>
        <p:txBody>
          <a:bodyPr/>
          <a:lstStyle/>
          <a:p>
            <a:r>
              <a:rPr lang="en-US" dirty="0"/>
              <a:t>Defining important terms</a:t>
            </a:r>
          </a:p>
        </p:txBody>
      </p:sp>
      <p:sp>
        <p:nvSpPr>
          <p:cNvPr id="4" name="Content Placeholder 3">
            <a:extLst>
              <a:ext uri="{FF2B5EF4-FFF2-40B4-BE49-F238E27FC236}">
                <a16:creationId xmlns:a16="http://schemas.microsoft.com/office/drawing/2014/main" id="{8EBF11AA-910C-F8D3-FED0-CF5CB181DF77}"/>
              </a:ext>
            </a:extLst>
          </p:cNvPr>
          <p:cNvSpPr>
            <a:spLocks noGrp="1"/>
          </p:cNvSpPr>
          <p:nvPr>
            <p:ph idx="1"/>
          </p:nvPr>
        </p:nvSpPr>
        <p:spPr>
          <a:xfrm>
            <a:off x="581192" y="3067921"/>
            <a:ext cx="11029615" cy="1551392"/>
          </a:xfrm>
        </p:spPr>
        <p:txBody>
          <a:bodyPr/>
          <a:lstStyle/>
          <a:p>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The Health Insurance Portability and Accountability Act came into effect in 1996 as federal law as the national standard for health care agencies to protect and not disclose sensitive patient health information without the consent of the patient. The Privacy Rule and the Security Rule are critical facet of HIPAA.</a:t>
            </a:r>
          </a:p>
          <a:p>
            <a:endParaRPr lang="en-US" dirty="0"/>
          </a:p>
        </p:txBody>
      </p:sp>
      <p:sp>
        <p:nvSpPr>
          <p:cNvPr id="7" name="Footer Placeholder 6">
            <a:extLst>
              <a:ext uri="{FF2B5EF4-FFF2-40B4-BE49-F238E27FC236}">
                <a16:creationId xmlns:a16="http://schemas.microsoft.com/office/drawing/2014/main" id="{06DBC093-9D84-47D0-9F84-6332A52CEC18}"/>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7374762B-5697-30E0-83D7-CE1F81108EDA}"/>
              </a:ext>
            </a:extLst>
          </p:cNvPr>
          <p:cNvSpPr>
            <a:spLocks noGrp="1"/>
          </p:cNvSpPr>
          <p:nvPr>
            <p:ph type="sldNum" sz="quarter" idx="12"/>
          </p:nvPr>
        </p:nvSpPr>
        <p:spPr/>
        <p:txBody>
          <a:bodyPr/>
          <a:lstStyle/>
          <a:p>
            <a:fld id="{3A98EE3D-8CD1-4C3F-BD1C-C98C9596463C}" type="slidenum">
              <a:rPr lang="en-US" smtClean="0"/>
              <a:t>5</a:t>
            </a:fld>
            <a:endParaRPr lang="en-US"/>
          </a:p>
        </p:txBody>
      </p:sp>
      <p:sp>
        <p:nvSpPr>
          <p:cNvPr id="9" name="TextBox 8">
            <a:extLst>
              <a:ext uri="{FF2B5EF4-FFF2-40B4-BE49-F238E27FC236}">
                <a16:creationId xmlns:a16="http://schemas.microsoft.com/office/drawing/2014/main" id="{9501CAE4-529C-95FF-4FC3-70E90A83F81E}"/>
              </a:ext>
            </a:extLst>
          </p:cNvPr>
          <p:cNvSpPr txBox="1"/>
          <p:nvPr/>
        </p:nvSpPr>
        <p:spPr>
          <a:xfrm>
            <a:off x="581191" y="2316629"/>
            <a:ext cx="6777337" cy="400110"/>
          </a:xfrm>
          <a:prstGeom prst="rect">
            <a:avLst/>
          </a:prstGeom>
          <a:noFill/>
        </p:spPr>
        <p:txBody>
          <a:bodyPr wrap="square" rtlCol="0">
            <a:spAutoFit/>
          </a:bodyPr>
          <a:lstStyle/>
          <a:p>
            <a:pPr algn="l"/>
            <a:r>
              <a:rPr lang="en-US" sz="2000" dirty="0"/>
              <a:t>Health Insurance Portability and Accountability Act (HIPAA)</a:t>
            </a:r>
          </a:p>
        </p:txBody>
      </p:sp>
      <p:pic>
        <p:nvPicPr>
          <p:cNvPr id="3" name="Audio Recording Jul 11, 2023 at 11:43:00 AM">
            <a:hlinkClick r:id="" action="ppaction://media"/>
            <a:extLst>
              <a:ext uri="{FF2B5EF4-FFF2-40B4-BE49-F238E27FC236}">
                <a16:creationId xmlns:a16="http://schemas.microsoft.com/office/drawing/2014/main" id="{E28DE2B4-16E0-9524-6A6D-624C877446CE}"/>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3094548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8976"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B1C6D-2105-499D-AAC9-8AA51C7BCD1C}"/>
              </a:ext>
            </a:extLst>
          </p:cNvPr>
          <p:cNvSpPr>
            <a:spLocks noGrp="1"/>
          </p:cNvSpPr>
          <p:nvPr>
            <p:ph type="title"/>
          </p:nvPr>
        </p:nvSpPr>
        <p:spPr>
          <a:xfrm>
            <a:off x="581193" y="729658"/>
            <a:ext cx="11029616" cy="988332"/>
          </a:xfrm>
        </p:spPr>
        <p:txBody>
          <a:bodyPr/>
          <a:lstStyle/>
          <a:p>
            <a:r>
              <a:rPr lang="en-US" dirty="0"/>
              <a:t>Defining important terms</a:t>
            </a:r>
          </a:p>
        </p:txBody>
      </p:sp>
      <p:sp>
        <p:nvSpPr>
          <p:cNvPr id="3" name="Text Placeholder 2">
            <a:extLst>
              <a:ext uri="{FF2B5EF4-FFF2-40B4-BE49-F238E27FC236}">
                <a16:creationId xmlns:a16="http://schemas.microsoft.com/office/drawing/2014/main" id="{A66E3F61-BE12-4984-92C8-2D390FC81C5A}"/>
              </a:ext>
            </a:extLst>
          </p:cNvPr>
          <p:cNvSpPr>
            <a:spLocks noGrp="1"/>
          </p:cNvSpPr>
          <p:nvPr>
            <p:ph type="body" idx="1"/>
          </p:nvPr>
        </p:nvSpPr>
        <p:spPr>
          <a:xfrm>
            <a:off x="581191" y="2250891"/>
            <a:ext cx="3200400" cy="557784"/>
          </a:xfrm>
        </p:spPr>
        <p:txBody>
          <a:bodyPr/>
          <a:lstStyle/>
          <a:p>
            <a:r>
              <a:rPr lang="en-US" dirty="0"/>
              <a:t>Personal Identifiable Information (PII)</a:t>
            </a:r>
          </a:p>
        </p:txBody>
      </p:sp>
      <p:sp>
        <p:nvSpPr>
          <p:cNvPr id="4" name="Content Placeholder 3">
            <a:extLst>
              <a:ext uri="{FF2B5EF4-FFF2-40B4-BE49-F238E27FC236}">
                <a16:creationId xmlns:a16="http://schemas.microsoft.com/office/drawing/2014/main" id="{B74F0951-7481-4639-9C9D-3D4F73328068}"/>
              </a:ext>
            </a:extLst>
          </p:cNvPr>
          <p:cNvSpPr>
            <a:spLocks noGrp="1"/>
          </p:cNvSpPr>
          <p:nvPr>
            <p:ph sz="half" idx="2"/>
          </p:nvPr>
        </p:nvSpPr>
        <p:spPr>
          <a:xfrm>
            <a:off x="581194" y="2926052"/>
            <a:ext cx="3200400" cy="2934999"/>
          </a:xfrm>
        </p:spPr>
        <p:txBody>
          <a:bodyPr/>
          <a:lstStyle/>
          <a:p>
            <a:pPr lvl="0"/>
            <a:r>
              <a:rPr lang="en-US" sz="1800" dirty="0">
                <a:effectLst/>
                <a:latin typeface="Calibri" panose="020F0502020204030204" pitchFamily="34" charset="0"/>
                <a:ea typeface="Times New Roman" panose="02020603050405020304" pitchFamily="18" charset="0"/>
                <a:cs typeface="Times New Roman" panose="02020603050405020304" pitchFamily="18" charset="0"/>
              </a:rPr>
              <a:t>Personal Identifiable Information is any information that may directly or indirectly identify an individual</a:t>
            </a:r>
            <a:r>
              <a:rPr lang="en-US" dirty="0">
                <a:effectLst/>
              </a:rPr>
              <a:t> </a:t>
            </a:r>
            <a:endParaRPr lang="en-US" dirty="0"/>
          </a:p>
        </p:txBody>
      </p:sp>
      <p:sp>
        <p:nvSpPr>
          <p:cNvPr id="5" name="Text Placeholder 4">
            <a:extLst>
              <a:ext uri="{FF2B5EF4-FFF2-40B4-BE49-F238E27FC236}">
                <a16:creationId xmlns:a16="http://schemas.microsoft.com/office/drawing/2014/main" id="{7C46BAE5-62C6-45E6-AE3B-F2C878DE791C}"/>
              </a:ext>
            </a:extLst>
          </p:cNvPr>
          <p:cNvSpPr>
            <a:spLocks noGrp="1"/>
          </p:cNvSpPr>
          <p:nvPr>
            <p:ph type="body" sz="quarter" idx="3"/>
          </p:nvPr>
        </p:nvSpPr>
        <p:spPr>
          <a:xfrm>
            <a:off x="4412343" y="2250891"/>
            <a:ext cx="3200400" cy="553373"/>
          </a:xfrm>
        </p:spPr>
        <p:txBody>
          <a:bodyPr/>
          <a:lstStyle/>
          <a:p>
            <a:r>
              <a:rPr lang="en-US" dirty="0"/>
              <a:t>Personal Health Information (PHI)</a:t>
            </a:r>
          </a:p>
        </p:txBody>
      </p:sp>
      <p:sp>
        <p:nvSpPr>
          <p:cNvPr id="6" name="Content Placeholder 5">
            <a:extLst>
              <a:ext uri="{FF2B5EF4-FFF2-40B4-BE49-F238E27FC236}">
                <a16:creationId xmlns:a16="http://schemas.microsoft.com/office/drawing/2014/main" id="{DFC1B606-1E53-4BEB-BB22-45DEDA24E343}"/>
              </a:ext>
            </a:extLst>
          </p:cNvPr>
          <p:cNvSpPr>
            <a:spLocks noGrp="1"/>
          </p:cNvSpPr>
          <p:nvPr>
            <p:ph sz="quarter" idx="4"/>
          </p:nvPr>
        </p:nvSpPr>
        <p:spPr>
          <a:xfrm>
            <a:off x="4412341" y="2926051"/>
            <a:ext cx="3200400" cy="2934999"/>
          </a:xfrm>
        </p:spPr>
        <p:txBody>
          <a:bodyPr/>
          <a:lstStyle/>
          <a:p>
            <a:r>
              <a:rPr lang="en-US" sz="1800" dirty="0">
                <a:effectLst/>
                <a:latin typeface="Calibri" panose="020F0502020204030204" pitchFamily="34" charset="0"/>
                <a:ea typeface="Times New Roman" panose="02020603050405020304" pitchFamily="18" charset="0"/>
                <a:cs typeface="Times New Roman" panose="02020603050405020304" pitchFamily="18" charset="0"/>
              </a:rPr>
              <a:t>Personal Health Information that is held, maintained, and transmitted between health care organizations</a:t>
            </a:r>
            <a:r>
              <a:rPr lang="en-US" dirty="0">
                <a:effectLst/>
              </a:rPr>
              <a:t> </a:t>
            </a:r>
            <a:endParaRPr lang="en-US" dirty="0"/>
          </a:p>
        </p:txBody>
      </p:sp>
      <p:sp>
        <p:nvSpPr>
          <p:cNvPr id="7" name="Text Placeholder 6">
            <a:extLst>
              <a:ext uri="{FF2B5EF4-FFF2-40B4-BE49-F238E27FC236}">
                <a16:creationId xmlns:a16="http://schemas.microsoft.com/office/drawing/2014/main" id="{076A29D4-190B-46E6-ADC4-18C7FEA91AF4}"/>
              </a:ext>
            </a:extLst>
          </p:cNvPr>
          <p:cNvSpPr>
            <a:spLocks noGrp="1"/>
          </p:cNvSpPr>
          <p:nvPr>
            <p:ph type="body" sz="quarter" idx="13"/>
          </p:nvPr>
        </p:nvSpPr>
        <p:spPr>
          <a:xfrm>
            <a:off x="8243499" y="2250891"/>
            <a:ext cx="3200400" cy="553373"/>
          </a:xfrm>
        </p:spPr>
        <p:txBody>
          <a:bodyPr/>
          <a:lstStyle/>
          <a:p>
            <a:r>
              <a:rPr lang="en-US" dirty="0"/>
              <a:t>Electronic Personal Health Information (ePHI)</a:t>
            </a:r>
          </a:p>
        </p:txBody>
      </p:sp>
      <p:sp>
        <p:nvSpPr>
          <p:cNvPr id="8" name="Content Placeholder 7">
            <a:extLst>
              <a:ext uri="{FF2B5EF4-FFF2-40B4-BE49-F238E27FC236}">
                <a16:creationId xmlns:a16="http://schemas.microsoft.com/office/drawing/2014/main" id="{4FC948D5-69A8-4B5A-9607-64D0F8DA7F5E}"/>
              </a:ext>
            </a:extLst>
          </p:cNvPr>
          <p:cNvSpPr>
            <a:spLocks noGrp="1"/>
          </p:cNvSpPr>
          <p:nvPr>
            <p:ph sz="quarter" idx="14"/>
          </p:nvPr>
        </p:nvSpPr>
        <p:spPr>
          <a:xfrm>
            <a:off x="8243497" y="2926051"/>
            <a:ext cx="3200400" cy="2934999"/>
          </a:xfrm>
        </p:spPr>
        <p:txBody>
          <a:bodyPr/>
          <a:lstStyle/>
          <a:p>
            <a:pPr lvl="0"/>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electronic Personal Health Information</a:t>
            </a:r>
            <a:endParaRPr lang="en-US" dirty="0"/>
          </a:p>
          <a:p>
            <a:endParaRPr lang="en-US" dirty="0"/>
          </a:p>
        </p:txBody>
      </p:sp>
      <p:sp>
        <p:nvSpPr>
          <p:cNvPr id="10" name="Footer Placeholder 9">
            <a:extLst>
              <a:ext uri="{FF2B5EF4-FFF2-40B4-BE49-F238E27FC236}">
                <a16:creationId xmlns:a16="http://schemas.microsoft.com/office/drawing/2014/main" id="{DB3A5D52-6C62-483D-B596-AA67C9226361}"/>
              </a:ext>
            </a:extLst>
          </p:cNvPr>
          <p:cNvSpPr>
            <a:spLocks noGrp="1"/>
          </p:cNvSpPr>
          <p:nvPr>
            <p:ph type="ftr" sz="quarter" idx="11"/>
          </p:nvPr>
        </p:nvSpPr>
        <p:spPr>
          <a:xfrm>
            <a:off x="581192" y="6423914"/>
            <a:ext cx="6917210" cy="365125"/>
          </a:xfrm>
        </p:spPr>
        <p:txBody>
          <a:bodyPr/>
          <a:lstStyle/>
          <a:p>
            <a:r>
              <a:rPr lang="en-US"/>
              <a:t>Sample Footer Text</a:t>
            </a:r>
          </a:p>
        </p:txBody>
      </p:sp>
      <p:sp>
        <p:nvSpPr>
          <p:cNvPr id="11" name="Slide Number Placeholder 10">
            <a:extLst>
              <a:ext uri="{FF2B5EF4-FFF2-40B4-BE49-F238E27FC236}">
                <a16:creationId xmlns:a16="http://schemas.microsoft.com/office/drawing/2014/main" id="{02C172DF-96EA-4F88-908B-161810E45408}"/>
              </a:ext>
            </a:extLst>
          </p:cNvPr>
          <p:cNvSpPr>
            <a:spLocks noGrp="1"/>
          </p:cNvSpPr>
          <p:nvPr>
            <p:ph type="sldNum" sz="quarter" idx="12"/>
          </p:nvPr>
        </p:nvSpPr>
        <p:spPr>
          <a:xfrm>
            <a:off x="10558300" y="6423914"/>
            <a:ext cx="1052510" cy="365125"/>
          </a:xfrm>
        </p:spPr>
        <p:txBody>
          <a:bodyPr/>
          <a:lstStyle/>
          <a:p>
            <a:fld id="{3A98EE3D-8CD1-4C3F-BD1C-C98C9596463C}" type="slidenum">
              <a:rPr lang="en-US" smtClean="0"/>
              <a:pPr/>
              <a:t>6</a:t>
            </a:fld>
            <a:endParaRPr lang="en-US"/>
          </a:p>
        </p:txBody>
      </p:sp>
      <p:pic>
        <p:nvPicPr>
          <p:cNvPr id="9" name="Audio Recording Jul 11, 2023 at 11:43:55 AM">
            <a:hlinkClick r:id="" action="ppaction://media"/>
            <a:extLst>
              <a:ext uri="{FF2B5EF4-FFF2-40B4-BE49-F238E27FC236}">
                <a16:creationId xmlns:a16="http://schemas.microsoft.com/office/drawing/2014/main" id="{D445AB6E-1801-A21A-53FB-8D56D2EE0CC0}"/>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3305518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5664"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9"/>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B1C6D-2105-499D-AAC9-8AA51C7BCD1C}"/>
              </a:ext>
            </a:extLst>
          </p:cNvPr>
          <p:cNvSpPr>
            <a:spLocks noGrp="1"/>
          </p:cNvSpPr>
          <p:nvPr>
            <p:ph type="title"/>
          </p:nvPr>
        </p:nvSpPr>
        <p:spPr>
          <a:xfrm>
            <a:off x="581193" y="729658"/>
            <a:ext cx="11029616" cy="988332"/>
          </a:xfrm>
        </p:spPr>
        <p:txBody>
          <a:bodyPr/>
          <a:lstStyle/>
          <a:p>
            <a:r>
              <a:rPr lang="en-US" dirty="0"/>
              <a:t>safeguards</a:t>
            </a:r>
          </a:p>
        </p:txBody>
      </p:sp>
      <p:sp>
        <p:nvSpPr>
          <p:cNvPr id="3" name="Text Placeholder 2">
            <a:extLst>
              <a:ext uri="{FF2B5EF4-FFF2-40B4-BE49-F238E27FC236}">
                <a16:creationId xmlns:a16="http://schemas.microsoft.com/office/drawing/2014/main" id="{A66E3F61-BE12-4984-92C8-2D390FC81C5A}"/>
              </a:ext>
            </a:extLst>
          </p:cNvPr>
          <p:cNvSpPr>
            <a:spLocks noGrp="1"/>
          </p:cNvSpPr>
          <p:nvPr>
            <p:ph type="body" idx="1"/>
          </p:nvPr>
        </p:nvSpPr>
        <p:spPr>
          <a:xfrm>
            <a:off x="581191" y="2250891"/>
            <a:ext cx="3200400" cy="557784"/>
          </a:xfrm>
        </p:spPr>
        <p:txBody>
          <a:bodyPr/>
          <a:lstStyle/>
          <a:p>
            <a:r>
              <a:rPr lang="en-US" dirty="0"/>
              <a:t>Administrative</a:t>
            </a:r>
          </a:p>
        </p:txBody>
      </p:sp>
      <p:sp>
        <p:nvSpPr>
          <p:cNvPr id="4" name="Content Placeholder 3">
            <a:extLst>
              <a:ext uri="{FF2B5EF4-FFF2-40B4-BE49-F238E27FC236}">
                <a16:creationId xmlns:a16="http://schemas.microsoft.com/office/drawing/2014/main" id="{B74F0951-7481-4639-9C9D-3D4F73328068}"/>
              </a:ext>
            </a:extLst>
          </p:cNvPr>
          <p:cNvSpPr>
            <a:spLocks noGrp="1"/>
          </p:cNvSpPr>
          <p:nvPr>
            <p:ph sz="half" idx="2"/>
          </p:nvPr>
        </p:nvSpPr>
        <p:spPr>
          <a:xfrm>
            <a:off x="581194" y="2926052"/>
            <a:ext cx="3200400" cy="2934999"/>
          </a:xfrm>
        </p:spPr>
        <p:txBody>
          <a:bodyPr/>
          <a:lstStyle/>
          <a:p>
            <a:pPr lvl="0"/>
            <a:r>
              <a:rPr lang="en-US" sz="1800" dirty="0">
                <a:effectLst/>
                <a:latin typeface="Calibri" panose="020F0502020204030204" pitchFamily="34" charset="0"/>
                <a:ea typeface="Times New Roman" panose="02020603050405020304" pitchFamily="18" charset="0"/>
                <a:cs typeface="Times New Roman" panose="02020603050405020304" pitchFamily="18" charset="0"/>
              </a:rPr>
              <a:t>Actions, policies, and procedures to detect, contain, and ultimately prevent security intrusions and violations.</a:t>
            </a:r>
          </a:p>
          <a:p>
            <a:pPr lvl="0"/>
            <a:r>
              <a:rPr lang="en-US" dirty="0">
                <a:latin typeface="Calibri" panose="020F0502020204030204" pitchFamily="34" charset="0"/>
                <a:cs typeface="Times New Roman" panose="02020603050405020304" pitchFamily="18" charset="0"/>
              </a:rPr>
              <a:t>Risk Management</a:t>
            </a:r>
          </a:p>
          <a:p>
            <a:pPr lvl="0"/>
            <a:r>
              <a:rPr lang="en-US" dirty="0">
                <a:latin typeface="Calibri" panose="020F0502020204030204" pitchFamily="34" charset="0"/>
                <a:cs typeface="Times New Roman" panose="02020603050405020304" pitchFamily="18" charset="0"/>
              </a:rPr>
              <a:t>Staff Training</a:t>
            </a:r>
            <a:endParaRPr lang="en-US" dirty="0"/>
          </a:p>
        </p:txBody>
      </p:sp>
      <p:sp>
        <p:nvSpPr>
          <p:cNvPr id="5" name="Text Placeholder 4">
            <a:extLst>
              <a:ext uri="{FF2B5EF4-FFF2-40B4-BE49-F238E27FC236}">
                <a16:creationId xmlns:a16="http://schemas.microsoft.com/office/drawing/2014/main" id="{7C46BAE5-62C6-45E6-AE3B-F2C878DE791C}"/>
              </a:ext>
            </a:extLst>
          </p:cNvPr>
          <p:cNvSpPr>
            <a:spLocks noGrp="1"/>
          </p:cNvSpPr>
          <p:nvPr>
            <p:ph type="body" sz="quarter" idx="3"/>
          </p:nvPr>
        </p:nvSpPr>
        <p:spPr>
          <a:xfrm>
            <a:off x="4412343" y="2250891"/>
            <a:ext cx="3200400" cy="553373"/>
          </a:xfrm>
        </p:spPr>
        <p:txBody>
          <a:bodyPr/>
          <a:lstStyle/>
          <a:p>
            <a:r>
              <a:rPr lang="en-US" dirty="0"/>
              <a:t>Physical</a:t>
            </a:r>
          </a:p>
        </p:txBody>
      </p:sp>
      <p:sp>
        <p:nvSpPr>
          <p:cNvPr id="6" name="Content Placeholder 5">
            <a:extLst>
              <a:ext uri="{FF2B5EF4-FFF2-40B4-BE49-F238E27FC236}">
                <a16:creationId xmlns:a16="http://schemas.microsoft.com/office/drawing/2014/main" id="{DFC1B606-1E53-4BEB-BB22-45DEDA24E343}"/>
              </a:ext>
            </a:extLst>
          </p:cNvPr>
          <p:cNvSpPr>
            <a:spLocks noGrp="1"/>
          </p:cNvSpPr>
          <p:nvPr>
            <p:ph sz="quarter" idx="4"/>
          </p:nvPr>
        </p:nvSpPr>
        <p:spPr>
          <a:xfrm>
            <a:off x="4412341" y="2926051"/>
            <a:ext cx="3200400" cy="2934999"/>
          </a:xfrm>
        </p:spPr>
        <p:txBody>
          <a:bodyPr/>
          <a:lstStyle/>
          <a:p>
            <a:r>
              <a:rPr lang="en-US" sz="1800" dirty="0">
                <a:effectLst/>
                <a:latin typeface="Calibri" panose="020F0502020204030204" pitchFamily="34" charset="0"/>
                <a:ea typeface="Times New Roman" panose="02020603050405020304" pitchFamily="18" charset="0"/>
                <a:cs typeface="Times New Roman" panose="02020603050405020304" pitchFamily="18" charset="0"/>
              </a:rPr>
              <a:t>Implementing methods to protect electronic information and relatable buildings and equipment from environmental hazards and unauthorized entries.</a:t>
            </a:r>
          </a:p>
          <a:p>
            <a:r>
              <a:rPr lang="en-US" dirty="0">
                <a:latin typeface="Calibri" panose="020F0502020204030204" pitchFamily="34" charset="0"/>
                <a:cs typeface="Times New Roman" panose="02020603050405020304" pitchFamily="18" charset="0"/>
              </a:rPr>
              <a:t>Alarm and Security Systems</a:t>
            </a:r>
          </a:p>
          <a:p>
            <a:endParaRPr lang="en-US" dirty="0"/>
          </a:p>
        </p:txBody>
      </p:sp>
      <p:sp>
        <p:nvSpPr>
          <p:cNvPr id="7" name="Text Placeholder 6">
            <a:extLst>
              <a:ext uri="{FF2B5EF4-FFF2-40B4-BE49-F238E27FC236}">
                <a16:creationId xmlns:a16="http://schemas.microsoft.com/office/drawing/2014/main" id="{076A29D4-190B-46E6-ADC4-18C7FEA91AF4}"/>
              </a:ext>
            </a:extLst>
          </p:cNvPr>
          <p:cNvSpPr>
            <a:spLocks noGrp="1"/>
          </p:cNvSpPr>
          <p:nvPr>
            <p:ph type="body" sz="quarter" idx="13"/>
          </p:nvPr>
        </p:nvSpPr>
        <p:spPr>
          <a:xfrm>
            <a:off x="8243499" y="2250891"/>
            <a:ext cx="3200400" cy="553373"/>
          </a:xfrm>
        </p:spPr>
        <p:txBody>
          <a:bodyPr/>
          <a:lstStyle/>
          <a:p>
            <a:r>
              <a:rPr lang="en-US" dirty="0"/>
              <a:t>Technical</a:t>
            </a:r>
          </a:p>
        </p:txBody>
      </p:sp>
      <p:sp>
        <p:nvSpPr>
          <p:cNvPr id="8" name="Content Placeholder 7">
            <a:extLst>
              <a:ext uri="{FF2B5EF4-FFF2-40B4-BE49-F238E27FC236}">
                <a16:creationId xmlns:a16="http://schemas.microsoft.com/office/drawing/2014/main" id="{4FC948D5-69A8-4B5A-9607-64D0F8DA7F5E}"/>
              </a:ext>
            </a:extLst>
          </p:cNvPr>
          <p:cNvSpPr>
            <a:spLocks noGrp="1"/>
          </p:cNvSpPr>
          <p:nvPr>
            <p:ph sz="quarter" idx="14"/>
          </p:nvPr>
        </p:nvSpPr>
        <p:spPr>
          <a:xfrm>
            <a:off x="8243497" y="2926051"/>
            <a:ext cx="3200400" cy="3497863"/>
          </a:xfrm>
        </p:spPr>
        <p:txBody>
          <a:bodyPr>
            <a:normAutofit/>
          </a:bodyPr>
          <a:lstStyle/>
          <a:p>
            <a:pPr lvl="0"/>
            <a:r>
              <a:rPr lang="en-US" kern="100" dirty="0">
                <a:latin typeface="Calibri" panose="020F0502020204030204" pitchFamily="34" charset="0"/>
                <a:ea typeface="Times New Roman" panose="02020603050405020304" pitchFamily="18" charset="0"/>
                <a:cs typeface="Times New Roman" panose="02020603050405020304" pitchFamily="18" charset="0"/>
              </a:rPr>
              <a:t>P</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olicies and procedures that maintain ePHI to allowing access only to authorized personnel or softwares and to prevent unauthorized access to information. Unique user identification, emergency access procedures.</a:t>
            </a:r>
          </a:p>
          <a:p>
            <a:pPr lvl="0"/>
            <a:r>
              <a:rPr lang="en-US" kern="100" dirty="0">
                <a:latin typeface="Calibri" panose="020F0502020204030204" pitchFamily="34" charset="0"/>
                <a:ea typeface="Times New Roman" panose="02020603050405020304" pitchFamily="18" charset="0"/>
                <a:cs typeface="Times New Roman" panose="02020603050405020304" pitchFamily="18" charset="0"/>
              </a:rPr>
              <a:t>Data encryption</a:t>
            </a:r>
          </a:p>
          <a:p>
            <a:pPr lvl="0"/>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Antivirus software</a:t>
            </a:r>
          </a:p>
        </p:txBody>
      </p:sp>
      <p:sp>
        <p:nvSpPr>
          <p:cNvPr id="10" name="Footer Placeholder 9">
            <a:extLst>
              <a:ext uri="{FF2B5EF4-FFF2-40B4-BE49-F238E27FC236}">
                <a16:creationId xmlns:a16="http://schemas.microsoft.com/office/drawing/2014/main" id="{DB3A5D52-6C62-483D-B596-AA67C9226361}"/>
              </a:ext>
            </a:extLst>
          </p:cNvPr>
          <p:cNvSpPr>
            <a:spLocks noGrp="1"/>
          </p:cNvSpPr>
          <p:nvPr>
            <p:ph type="ftr" sz="quarter" idx="11"/>
          </p:nvPr>
        </p:nvSpPr>
        <p:spPr>
          <a:xfrm>
            <a:off x="581192" y="6423914"/>
            <a:ext cx="6917210" cy="365125"/>
          </a:xfrm>
        </p:spPr>
        <p:txBody>
          <a:bodyPr/>
          <a:lstStyle/>
          <a:p>
            <a:r>
              <a:rPr lang="en-US"/>
              <a:t>Sample Footer Text</a:t>
            </a:r>
          </a:p>
        </p:txBody>
      </p:sp>
      <p:sp>
        <p:nvSpPr>
          <p:cNvPr id="11" name="Slide Number Placeholder 10">
            <a:extLst>
              <a:ext uri="{FF2B5EF4-FFF2-40B4-BE49-F238E27FC236}">
                <a16:creationId xmlns:a16="http://schemas.microsoft.com/office/drawing/2014/main" id="{02C172DF-96EA-4F88-908B-161810E45408}"/>
              </a:ext>
            </a:extLst>
          </p:cNvPr>
          <p:cNvSpPr>
            <a:spLocks noGrp="1"/>
          </p:cNvSpPr>
          <p:nvPr>
            <p:ph type="sldNum" sz="quarter" idx="12"/>
          </p:nvPr>
        </p:nvSpPr>
        <p:spPr>
          <a:xfrm>
            <a:off x="10558300" y="6423914"/>
            <a:ext cx="1052510" cy="365125"/>
          </a:xfrm>
        </p:spPr>
        <p:txBody>
          <a:bodyPr/>
          <a:lstStyle/>
          <a:p>
            <a:fld id="{3A98EE3D-8CD1-4C3F-BD1C-C98C9596463C}" type="slidenum">
              <a:rPr lang="en-US" smtClean="0"/>
              <a:pPr/>
              <a:t>7</a:t>
            </a:fld>
            <a:endParaRPr lang="en-US"/>
          </a:p>
        </p:txBody>
      </p:sp>
      <p:pic>
        <p:nvPicPr>
          <p:cNvPr id="9" name="Audio Recording Jul 11, 2023 at 11:45:43 AM">
            <a:hlinkClick r:id="" action="ppaction://media"/>
            <a:extLst>
              <a:ext uri="{FF2B5EF4-FFF2-40B4-BE49-F238E27FC236}">
                <a16:creationId xmlns:a16="http://schemas.microsoft.com/office/drawing/2014/main" id="{85854263-CDED-48F4-F675-4B896FB0AAD0}"/>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3704188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3856"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9"/>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B1C6D-2105-499D-AAC9-8AA51C7BCD1C}"/>
              </a:ext>
            </a:extLst>
          </p:cNvPr>
          <p:cNvSpPr>
            <a:spLocks noGrp="1"/>
          </p:cNvSpPr>
          <p:nvPr>
            <p:ph type="title"/>
          </p:nvPr>
        </p:nvSpPr>
        <p:spPr>
          <a:xfrm>
            <a:off x="581193" y="729658"/>
            <a:ext cx="11029616" cy="988332"/>
          </a:xfrm>
        </p:spPr>
        <p:txBody>
          <a:bodyPr/>
          <a:lstStyle/>
          <a:p>
            <a:r>
              <a:rPr lang="en-US" dirty="0"/>
              <a:t>safeguards</a:t>
            </a:r>
          </a:p>
        </p:txBody>
      </p:sp>
      <p:sp>
        <p:nvSpPr>
          <p:cNvPr id="3" name="Text Placeholder 2">
            <a:extLst>
              <a:ext uri="{FF2B5EF4-FFF2-40B4-BE49-F238E27FC236}">
                <a16:creationId xmlns:a16="http://schemas.microsoft.com/office/drawing/2014/main" id="{A66E3F61-BE12-4984-92C8-2D390FC81C5A}"/>
              </a:ext>
            </a:extLst>
          </p:cNvPr>
          <p:cNvSpPr>
            <a:spLocks noGrp="1"/>
          </p:cNvSpPr>
          <p:nvPr>
            <p:ph type="body" idx="1"/>
          </p:nvPr>
        </p:nvSpPr>
        <p:spPr>
          <a:xfrm>
            <a:off x="581191" y="2250891"/>
            <a:ext cx="3200400" cy="557784"/>
          </a:xfrm>
        </p:spPr>
        <p:txBody>
          <a:bodyPr/>
          <a:lstStyle/>
          <a:p>
            <a:r>
              <a:rPr lang="en-US" dirty="0"/>
              <a:t>Culture</a:t>
            </a:r>
          </a:p>
        </p:txBody>
      </p:sp>
      <p:sp>
        <p:nvSpPr>
          <p:cNvPr id="4" name="Content Placeholder 3">
            <a:extLst>
              <a:ext uri="{FF2B5EF4-FFF2-40B4-BE49-F238E27FC236}">
                <a16:creationId xmlns:a16="http://schemas.microsoft.com/office/drawing/2014/main" id="{B74F0951-7481-4639-9C9D-3D4F73328068}"/>
              </a:ext>
            </a:extLst>
          </p:cNvPr>
          <p:cNvSpPr>
            <a:spLocks noGrp="1"/>
          </p:cNvSpPr>
          <p:nvPr>
            <p:ph sz="half" idx="2"/>
          </p:nvPr>
        </p:nvSpPr>
        <p:spPr>
          <a:xfrm>
            <a:off x="581194" y="2926052"/>
            <a:ext cx="3200400" cy="2934999"/>
          </a:xfrm>
        </p:spPr>
        <p:txBody>
          <a:bodyPr/>
          <a:lstStyle/>
          <a:p>
            <a:pPr lvl="0"/>
            <a:r>
              <a:rPr lang="en-US" sz="1800" dirty="0">
                <a:effectLst/>
                <a:latin typeface="Calibri" panose="020F0502020204030204" pitchFamily="34" charset="0"/>
                <a:ea typeface="Times New Roman" panose="02020603050405020304" pitchFamily="18" charset="0"/>
                <a:cs typeface="Times New Roman" panose="02020603050405020304" pitchFamily="18" charset="0"/>
              </a:rPr>
              <a:t>Emphasizing a nurturing environment for employees to value and prioritize protecting patient information without fear of reprimands.</a:t>
            </a:r>
          </a:p>
          <a:p>
            <a:pPr lvl="0"/>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Treating all patient information with great importance.</a:t>
            </a:r>
          </a:p>
        </p:txBody>
      </p:sp>
      <p:sp>
        <p:nvSpPr>
          <p:cNvPr id="5" name="Text Placeholder 4">
            <a:extLst>
              <a:ext uri="{FF2B5EF4-FFF2-40B4-BE49-F238E27FC236}">
                <a16:creationId xmlns:a16="http://schemas.microsoft.com/office/drawing/2014/main" id="{7C46BAE5-62C6-45E6-AE3B-F2C878DE791C}"/>
              </a:ext>
            </a:extLst>
          </p:cNvPr>
          <p:cNvSpPr>
            <a:spLocks noGrp="1"/>
          </p:cNvSpPr>
          <p:nvPr>
            <p:ph type="body" sz="quarter" idx="3"/>
          </p:nvPr>
        </p:nvSpPr>
        <p:spPr>
          <a:xfrm>
            <a:off x="4412343" y="2250891"/>
            <a:ext cx="3200400" cy="553373"/>
          </a:xfrm>
        </p:spPr>
        <p:txBody>
          <a:bodyPr/>
          <a:lstStyle/>
          <a:p>
            <a:r>
              <a:rPr lang="en-US" dirty="0"/>
              <a:t>Training</a:t>
            </a:r>
          </a:p>
        </p:txBody>
      </p:sp>
      <p:sp>
        <p:nvSpPr>
          <p:cNvPr id="6" name="Content Placeholder 5">
            <a:extLst>
              <a:ext uri="{FF2B5EF4-FFF2-40B4-BE49-F238E27FC236}">
                <a16:creationId xmlns:a16="http://schemas.microsoft.com/office/drawing/2014/main" id="{DFC1B606-1E53-4BEB-BB22-45DEDA24E343}"/>
              </a:ext>
            </a:extLst>
          </p:cNvPr>
          <p:cNvSpPr>
            <a:spLocks noGrp="1"/>
          </p:cNvSpPr>
          <p:nvPr>
            <p:ph sz="quarter" idx="4"/>
          </p:nvPr>
        </p:nvSpPr>
        <p:spPr>
          <a:xfrm>
            <a:off x="4412341" y="2926051"/>
            <a:ext cx="3200400" cy="2934999"/>
          </a:xfrm>
        </p:spPr>
        <p:txBody>
          <a:bodyPr/>
          <a:lstStyle/>
          <a:p>
            <a:r>
              <a:rPr lang="en-US" sz="1800" dirty="0">
                <a:effectLst/>
                <a:latin typeface="Calibri" panose="020F0502020204030204" pitchFamily="34" charset="0"/>
                <a:ea typeface="Times New Roman" panose="02020603050405020304" pitchFamily="18" charset="0"/>
                <a:cs typeface="Times New Roman" panose="02020603050405020304" pitchFamily="18" charset="0"/>
              </a:rPr>
              <a:t>Maintaining up-to-date annual trainings</a:t>
            </a:r>
          </a:p>
          <a:p>
            <a:r>
              <a:rPr lang="en-US" dirty="0">
                <a:latin typeface="Calibri" panose="020F0502020204030204" pitchFamily="34" charset="0"/>
                <a:cs typeface="Times New Roman" panose="02020603050405020304" pitchFamily="18" charset="0"/>
              </a:rPr>
              <a:t>Urgent mandatory trainings when policies, procedures, infrastructures and more are updated. </a:t>
            </a:r>
            <a:endParaRPr lang="en-US" dirty="0"/>
          </a:p>
        </p:txBody>
      </p:sp>
      <p:sp>
        <p:nvSpPr>
          <p:cNvPr id="10" name="Footer Placeholder 9">
            <a:extLst>
              <a:ext uri="{FF2B5EF4-FFF2-40B4-BE49-F238E27FC236}">
                <a16:creationId xmlns:a16="http://schemas.microsoft.com/office/drawing/2014/main" id="{DB3A5D52-6C62-483D-B596-AA67C9226361}"/>
              </a:ext>
            </a:extLst>
          </p:cNvPr>
          <p:cNvSpPr>
            <a:spLocks noGrp="1"/>
          </p:cNvSpPr>
          <p:nvPr>
            <p:ph type="ftr" sz="quarter" idx="11"/>
          </p:nvPr>
        </p:nvSpPr>
        <p:spPr>
          <a:xfrm>
            <a:off x="581192" y="6423914"/>
            <a:ext cx="6917210" cy="365125"/>
          </a:xfrm>
        </p:spPr>
        <p:txBody>
          <a:bodyPr/>
          <a:lstStyle/>
          <a:p>
            <a:r>
              <a:rPr lang="en-US"/>
              <a:t>Sample Footer Text</a:t>
            </a:r>
          </a:p>
        </p:txBody>
      </p:sp>
      <p:sp>
        <p:nvSpPr>
          <p:cNvPr id="11" name="Slide Number Placeholder 10">
            <a:extLst>
              <a:ext uri="{FF2B5EF4-FFF2-40B4-BE49-F238E27FC236}">
                <a16:creationId xmlns:a16="http://schemas.microsoft.com/office/drawing/2014/main" id="{02C172DF-96EA-4F88-908B-161810E45408}"/>
              </a:ext>
            </a:extLst>
          </p:cNvPr>
          <p:cNvSpPr>
            <a:spLocks noGrp="1"/>
          </p:cNvSpPr>
          <p:nvPr>
            <p:ph type="sldNum" sz="quarter" idx="12"/>
          </p:nvPr>
        </p:nvSpPr>
        <p:spPr>
          <a:xfrm>
            <a:off x="10558300" y="6423914"/>
            <a:ext cx="1052510" cy="365125"/>
          </a:xfrm>
        </p:spPr>
        <p:txBody>
          <a:bodyPr/>
          <a:lstStyle/>
          <a:p>
            <a:fld id="{3A98EE3D-8CD1-4C3F-BD1C-C98C9596463C}" type="slidenum">
              <a:rPr lang="en-US" smtClean="0"/>
              <a:pPr/>
              <a:t>8</a:t>
            </a:fld>
            <a:endParaRPr lang="en-US"/>
          </a:p>
        </p:txBody>
      </p:sp>
      <p:pic>
        <p:nvPicPr>
          <p:cNvPr id="13" name="Audio Recording Jul 11, 2023 at 11:47:19 AM">
            <a:hlinkClick r:id="" action="ppaction://media"/>
            <a:extLst>
              <a:ext uri="{FF2B5EF4-FFF2-40B4-BE49-F238E27FC236}">
                <a16:creationId xmlns:a16="http://schemas.microsoft.com/office/drawing/2014/main" id="{4C279D6C-B52B-92A6-C000-381141CBD406}"/>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737424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537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B1C6D-2105-499D-AAC9-8AA51C7BCD1C}"/>
              </a:ext>
            </a:extLst>
          </p:cNvPr>
          <p:cNvSpPr>
            <a:spLocks noGrp="1"/>
          </p:cNvSpPr>
          <p:nvPr>
            <p:ph type="title"/>
          </p:nvPr>
        </p:nvSpPr>
        <p:spPr>
          <a:xfrm>
            <a:off x="581193" y="729658"/>
            <a:ext cx="11029616" cy="988332"/>
          </a:xfrm>
        </p:spPr>
        <p:txBody>
          <a:bodyPr/>
          <a:lstStyle/>
          <a:p>
            <a:r>
              <a:rPr lang="en-US" dirty="0"/>
              <a:t>Disclosures</a:t>
            </a:r>
          </a:p>
        </p:txBody>
      </p:sp>
      <p:sp>
        <p:nvSpPr>
          <p:cNvPr id="3" name="Text Placeholder 2">
            <a:extLst>
              <a:ext uri="{FF2B5EF4-FFF2-40B4-BE49-F238E27FC236}">
                <a16:creationId xmlns:a16="http://schemas.microsoft.com/office/drawing/2014/main" id="{A66E3F61-BE12-4984-92C8-2D390FC81C5A}"/>
              </a:ext>
            </a:extLst>
          </p:cNvPr>
          <p:cNvSpPr>
            <a:spLocks noGrp="1"/>
          </p:cNvSpPr>
          <p:nvPr>
            <p:ph type="body" idx="1"/>
          </p:nvPr>
        </p:nvSpPr>
        <p:spPr>
          <a:xfrm>
            <a:off x="581191" y="2250891"/>
            <a:ext cx="3200400" cy="557784"/>
          </a:xfrm>
        </p:spPr>
        <p:txBody>
          <a:bodyPr/>
          <a:lstStyle/>
          <a:p>
            <a:r>
              <a:rPr lang="en-US" dirty="0"/>
              <a:t>HIPAA</a:t>
            </a:r>
          </a:p>
        </p:txBody>
      </p:sp>
      <p:sp>
        <p:nvSpPr>
          <p:cNvPr id="4" name="Content Placeholder 3">
            <a:extLst>
              <a:ext uri="{FF2B5EF4-FFF2-40B4-BE49-F238E27FC236}">
                <a16:creationId xmlns:a16="http://schemas.microsoft.com/office/drawing/2014/main" id="{B74F0951-7481-4639-9C9D-3D4F73328068}"/>
              </a:ext>
            </a:extLst>
          </p:cNvPr>
          <p:cNvSpPr>
            <a:spLocks noGrp="1"/>
          </p:cNvSpPr>
          <p:nvPr>
            <p:ph sz="half" idx="2"/>
          </p:nvPr>
        </p:nvSpPr>
        <p:spPr>
          <a:xfrm>
            <a:off x="581194" y="2926052"/>
            <a:ext cx="3200400" cy="2934999"/>
          </a:xfrm>
        </p:spPr>
        <p:txBody>
          <a:bodyPr/>
          <a:lstStyle/>
          <a:p>
            <a:pPr lvl="0"/>
            <a:r>
              <a:rPr lang="en-US" kern="100" dirty="0">
                <a:latin typeface="Calibri" panose="020F0502020204030204" pitchFamily="34" charset="0"/>
                <a:ea typeface="Times New Roman" panose="02020603050405020304" pitchFamily="18" charset="0"/>
                <a:cs typeface="Times New Roman" panose="02020603050405020304" pitchFamily="18" charset="0"/>
              </a:rPr>
              <a:t>T</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hrough its Security Rule and Privacy Rule, prevents the disclosure of PII, PHI, and ePHI of any patient information to anyone or anything without consent of said patient. </a:t>
            </a:r>
          </a:p>
        </p:txBody>
      </p:sp>
      <p:sp>
        <p:nvSpPr>
          <p:cNvPr id="5" name="Text Placeholder 4">
            <a:extLst>
              <a:ext uri="{FF2B5EF4-FFF2-40B4-BE49-F238E27FC236}">
                <a16:creationId xmlns:a16="http://schemas.microsoft.com/office/drawing/2014/main" id="{7C46BAE5-62C6-45E6-AE3B-F2C878DE791C}"/>
              </a:ext>
            </a:extLst>
          </p:cNvPr>
          <p:cNvSpPr>
            <a:spLocks noGrp="1"/>
          </p:cNvSpPr>
          <p:nvPr>
            <p:ph type="body" sz="quarter" idx="3"/>
          </p:nvPr>
        </p:nvSpPr>
        <p:spPr>
          <a:xfrm>
            <a:off x="4412343" y="2250891"/>
            <a:ext cx="3200400" cy="553373"/>
          </a:xfrm>
        </p:spPr>
        <p:txBody>
          <a:bodyPr/>
          <a:lstStyle/>
          <a:p>
            <a:r>
              <a:rPr lang="en-US" dirty="0"/>
              <a:t>SECURITY RULE</a:t>
            </a:r>
          </a:p>
        </p:txBody>
      </p:sp>
      <p:sp>
        <p:nvSpPr>
          <p:cNvPr id="6" name="Content Placeholder 5">
            <a:extLst>
              <a:ext uri="{FF2B5EF4-FFF2-40B4-BE49-F238E27FC236}">
                <a16:creationId xmlns:a16="http://schemas.microsoft.com/office/drawing/2014/main" id="{DFC1B606-1E53-4BEB-BB22-45DEDA24E343}"/>
              </a:ext>
            </a:extLst>
          </p:cNvPr>
          <p:cNvSpPr>
            <a:spLocks noGrp="1"/>
          </p:cNvSpPr>
          <p:nvPr>
            <p:ph sz="quarter" idx="4"/>
          </p:nvPr>
        </p:nvSpPr>
        <p:spPr>
          <a:xfrm>
            <a:off x="4412341" y="2926051"/>
            <a:ext cx="3200400" cy="2934999"/>
          </a:xfrm>
        </p:spPr>
        <p:txBody>
          <a:bodyPr/>
          <a:lstStyle/>
          <a:p>
            <a:pPr lvl="0"/>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supports the Privacy Rule’s prohibitions against improper uses and disclosures of PHI</a:t>
            </a:r>
          </a:p>
        </p:txBody>
      </p:sp>
      <p:sp>
        <p:nvSpPr>
          <p:cNvPr id="7" name="Text Placeholder 6">
            <a:extLst>
              <a:ext uri="{FF2B5EF4-FFF2-40B4-BE49-F238E27FC236}">
                <a16:creationId xmlns:a16="http://schemas.microsoft.com/office/drawing/2014/main" id="{076A29D4-190B-46E6-ADC4-18C7FEA91AF4}"/>
              </a:ext>
            </a:extLst>
          </p:cNvPr>
          <p:cNvSpPr>
            <a:spLocks noGrp="1"/>
          </p:cNvSpPr>
          <p:nvPr>
            <p:ph type="body" sz="quarter" idx="13"/>
          </p:nvPr>
        </p:nvSpPr>
        <p:spPr>
          <a:xfrm>
            <a:off x="8243499" y="2250891"/>
            <a:ext cx="3200400" cy="553373"/>
          </a:xfrm>
        </p:spPr>
        <p:txBody>
          <a:bodyPr/>
          <a:lstStyle/>
          <a:p>
            <a:r>
              <a:rPr lang="en-US" dirty="0"/>
              <a:t>PRIVACY RULE</a:t>
            </a:r>
          </a:p>
        </p:txBody>
      </p:sp>
      <p:sp>
        <p:nvSpPr>
          <p:cNvPr id="8" name="Content Placeholder 7">
            <a:extLst>
              <a:ext uri="{FF2B5EF4-FFF2-40B4-BE49-F238E27FC236}">
                <a16:creationId xmlns:a16="http://schemas.microsoft.com/office/drawing/2014/main" id="{4FC948D5-69A8-4B5A-9607-64D0F8DA7F5E}"/>
              </a:ext>
            </a:extLst>
          </p:cNvPr>
          <p:cNvSpPr>
            <a:spLocks noGrp="1"/>
          </p:cNvSpPr>
          <p:nvPr>
            <p:ph sz="quarter" idx="14"/>
          </p:nvPr>
        </p:nvSpPr>
        <p:spPr>
          <a:xfrm>
            <a:off x="8243497" y="2926051"/>
            <a:ext cx="3200400" cy="2934999"/>
          </a:xfrm>
        </p:spPr>
        <p:txBody>
          <a:bodyPr>
            <a:normAutofit lnSpcReduction="10000"/>
          </a:bodyPr>
          <a:lstStyle/>
          <a:p>
            <a:pPr lvl="0"/>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1800" kern="100" dirty="0">
                <a:solidFill>
                  <a:srgbClr val="1B1B1B"/>
                </a:solidFill>
                <a:effectLst/>
                <a:latin typeface="Calibri" panose="020F0502020204030204" pitchFamily="34" charset="0"/>
                <a:ea typeface="Times New Roman" panose="02020603050405020304" pitchFamily="18" charset="0"/>
                <a:cs typeface="Times New Roman" panose="02020603050405020304" pitchFamily="18" charset="0"/>
              </a:rPr>
              <a:t>A covered entity may not use or disclose protected health information, except either: (1) as the Privacy Rule permits or requires; or (2) as the individual who is the subject of the information (or the individual's personal representative) authorizes in writing.”</a:t>
            </a:r>
            <a:endParaRPr lang="en-US" sz="1800" kern="1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10" name="Footer Placeholder 9">
            <a:extLst>
              <a:ext uri="{FF2B5EF4-FFF2-40B4-BE49-F238E27FC236}">
                <a16:creationId xmlns:a16="http://schemas.microsoft.com/office/drawing/2014/main" id="{DB3A5D52-6C62-483D-B596-AA67C9226361}"/>
              </a:ext>
            </a:extLst>
          </p:cNvPr>
          <p:cNvSpPr>
            <a:spLocks noGrp="1"/>
          </p:cNvSpPr>
          <p:nvPr>
            <p:ph type="ftr" sz="quarter" idx="11"/>
          </p:nvPr>
        </p:nvSpPr>
        <p:spPr>
          <a:xfrm>
            <a:off x="581191" y="6423914"/>
            <a:ext cx="10862705" cy="365126"/>
          </a:xfrm>
        </p:spPr>
        <p:txBody>
          <a:bodyPr/>
          <a:lstStyle/>
          <a:p>
            <a:r>
              <a:rPr lang="en-US" sz="1000" dirty="0"/>
              <a:t>Quote source: </a:t>
            </a:r>
            <a:r>
              <a:rPr lang="en-US" sz="1000" u="sng" kern="100" dirty="0">
                <a:solidFill>
                  <a:srgbClr val="0563C1"/>
                </a:solidFill>
                <a:effectLst/>
                <a:ea typeface="Times New Roman" panose="02020603050405020304" pitchFamily="18" charset="0"/>
                <a:cs typeface="Times New Roman" panose="02020603050405020304" pitchFamily="18" charset="0"/>
                <a:hlinkClick r:id="rId4"/>
              </a:rPr>
              <a:t>https://</a:t>
            </a:r>
            <a:r>
              <a:rPr lang="en-US" sz="1000" u="sng" kern="100" dirty="0" err="1">
                <a:solidFill>
                  <a:srgbClr val="0563C1"/>
                </a:solidFill>
                <a:effectLst/>
                <a:ea typeface="Times New Roman" panose="02020603050405020304" pitchFamily="18" charset="0"/>
                <a:cs typeface="Times New Roman" panose="02020603050405020304" pitchFamily="18" charset="0"/>
                <a:hlinkClick r:id="rId4"/>
              </a:rPr>
              <a:t>www.hhs.gov</a:t>
            </a:r>
            <a:r>
              <a:rPr lang="en-US" sz="1000" u="sng" kern="100" dirty="0">
                <a:solidFill>
                  <a:srgbClr val="0563C1"/>
                </a:solidFill>
                <a:effectLst/>
                <a:ea typeface="Times New Roman" panose="02020603050405020304" pitchFamily="18" charset="0"/>
                <a:cs typeface="Times New Roman" panose="02020603050405020304" pitchFamily="18" charset="0"/>
                <a:hlinkClick r:id="rId4"/>
              </a:rPr>
              <a:t>/</a:t>
            </a:r>
            <a:r>
              <a:rPr lang="en-US" sz="1000" u="sng" kern="100" dirty="0" err="1">
                <a:solidFill>
                  <a:srgbClr val="0563C1"/>
                </a:solidFill>
                <a:effectLst/>
                <a:ea typeface="Times New Roman" panose="02020603050405020304" pitchFamily="18" charset="0"/>
                <a:cs typeface="Times New Roman" panose="02020603050405020304" pitchFamily="18" charset="0"/>
                <a:hlinkClick r:id="rId4"/>
              </a:rPr>
              <a:t>hipaa</a:t>
            </a:r>
            <a:r>
              <a:rPr lang="en-US" sz="1000" u="sng" kern="100" dirty="0">
                <a:solidFill>
                  <a:srgbClr val="0563C1"/>
                </a:solidFill>
                <a:effectLst/>
                <a:ea typeface="Times New Roman" panose="02020603050405020304" pitchFamily="18" charset="0"/>
                <a:cs typeface="Times New Roman" panose="02020603050405020304" pitchFamily="18" charset="0"/>
                <a:hlinkClick r:id="rId4"/>
              </a:rPr>
              <a:t>/for-professionals/privacy/laws-regulations/index.html</a:t>
            </a:r>
            <a:endParaRPr lang="en-US" sz="1000" kern="100" dirty="0">
              <a:effectLst/>
              <a:ea typeface="Times New Roman" panose="02020603050405020304" pitchFamily="18" charset="0"/>
              <a:cs typeface="Times New Roman" panose="02020603050405020304" pitchFamily="18" charset="0"/>
            </a:endParaRPr>
          </a:p>
          <a:p>
            <a:endParaRPr lang="en-US" sz="1000" dirty="0"/>
          </a:p>
        </p:txBody>
      </p:sp>
      <p:sp>
        <p:nvSpPr>
          <p:cNvPr id="11" name="Slide Number Placeholder 10">
            <a:extLst>
              <a:ext uri="{FF2B5EF4-FFF2-40B4-BE49-F238E27FC236}">
                <a16:creationId xmlns:a16="http://schemas.microsoft.com/office/drawing/2014/main" id="{02C172DF-96EA-4F88-908B-161810E45408}"/>
              </a:ext>
            </a:extLst>
          </p:cNvPr>
          <p:cNvSpPr>
            <a:spLocks noGrp="1"/>
          </p:cNvSpPr>
          <p:nvPr>
            <p:ph type="sldNum" sz="quarter" idx="12"/>
          </p:nvPr>
        </p:nvSpPr>
        <p:spPr>
          <a:xfrm>
            <a:off x="10558300" y="6423914"/>
            <a:ext cx="1052510" cy="365125"/>
          </a:xfrm>
        </p:spPr>
        <p:txBody>
          <a:bodyPr/>
          <a:lstStyle/>
          <a:p>
            <a:fld id="{3A98EE3D-8CD1-4C3F-BD1C-C98C9596463C}" type="slidenum">
              <a:rPr lang="en-US" smtClean="0"/>
              <a:pPr/>
              <a:t>9</a:t>
            </a:fld>
            <a:endParaRPr lang="en-US"/>
          </a:p>
        </p:txBody>
      </p:sp>
      <p:pic>
        <p:nvPicPr>
          <p:cNvPr id="9" name="Audio Recording Jul 11, 2023 at 11:49:18 AM">
            <a:hlinkClick r:id="" action="ppaction://media"/>
            <a:extLst>
              <a:ext uri="{FF2B5EF4-FFF2-40B4-BE49-F238E27FC236}">
                <a16:creationId xmlns:a16="http://schemas.microsoft.com/office/drawing/2014/main" id="{53A8115A-CCE1-947C-EE59-C397E865DA0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2332967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9968"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9"/>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0FB38-0113-4F80-BBD4-A9C97FF40720}"/>
              </a:ext>
            </a:extLst>
          </p:cNvPr>
          <p:cNvSpPr>
            <a:spLocks noGrp="1"/>
          </p:cNvSpPr>
          <p:nvPr>
            <p:ph type="title"/>
          </p:nvPr>
        </p:nvSpPr>
        <p:spPr>
          <a:xfrm>
            <a:off x="609906" y="677318"/>
            <a:ext cx="3568661" cy="726721"/>
          </a:xfrm>
        </p:spPr>
        <p:txBody>
          <a:bodyPr/>
          <a:lstStyle/>
          <a:p>
            <a:r>
              <a:rPr lang="en-US"/>
              <a:t>Thank you</a:t>
            </a:r>
          </a:p>
        </p:txBody>
      </p:sp>
      <p:sp>
        <p:nvSpPr>
          <p:cNvPr id="3" name="Content Placeholder 2">
            <a:extLst>
              <a:ext uri="{FF2B5EF4-FFF2-40B4-BE49-F238E27FC236}">
                <a16:creationId xmlns:a16="http://schemas.microsoft.com/office/drawing/2014/main" id="{75982AA6-9E74-43FC-B452-142C7571DCCC}"/>
              </a:ext>
            </a:extLst>
          </p:cNvPr>
          <p:cNvSpPr>
            <a:spLocks noGrp="1"/>
          </p:cNvSpPr>
          <p:nvPr>
            <p:ph idx="1"/>
          </p:nvPr>
        </p:nvSpPr>
        <p:spPr>
          <a:xfrm>
            <a:off x="609906" y="2340864"/>
            <a:ext cx="4448927" cy="3634486"/>
          </a:xfrm>
        </p:spPr>
        <p:txBody>
          <a:bodyPr>
            <a:noAutofit/>
          </a:bodyPr>
          <a:lstStyle/>
          <a:p>
            <a:pPr>
              <a:lnSpc>
                <a:spcPct val="120000"/>
              </a:lnSpc>
            </a:pPr>
            <a:r>
              <a:rPr lang="en-US" sz="1100" kern="100" dirty="0">
                <a:effectLst/>
                <a:latin typeface="Calibri" panose="020F0502020204030204" pitchFamily="34" charset="0"/>
                <a:ea typeface="Times New Roman" panose="02020603050405020304" pitchFamily="18" charset="0"/>
                <a:cs typeface="Times New Roman" panose="02020603050405020304" pitchFamily="18" charset="0"/>
              </a:rPr>
              <a:t>Security rule </a:t>
            </a:r>
          </a:p>
          <a:p>
            <a:pPr>
              <a:lnSpc>
                <a:spcPct val="120000"/>
              </a:lnSpc>
            </a:pPr>
            <a:r>
              <a:rPr lang="en-US" sz="1100" u="sng" kern="100"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2"/>
              </a:rPr>
              <a:t>https://</a:t>
            </a:r>
            <a:r>
              <a:rPr lang="en-US" sz="1100" u="sng" kern="100" dirty="0" err="1">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2"/>
              </a:rPr>
              <a:t>www.hhs.gov</a:t>
            </a:r>
            <a:r>
              <a:rPr lang="en-US" sz="1100" u="sng" kern="100"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2"/>
              </a:rPr>
              <a:t>/</a:t>
            </a:r>
            <a:r>
              <a:rPr lang="en-US" sz="1100" u="sng" kern="100" dirty="0" err="1">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2"/>
              </a:rPr>
              <a:t>hipaa</a:t>
            </a:r>
            <a:r>
              <a:rPr lang="en-US" sz="1100" u="sng" kern="100"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2"/>
              </a:rPr>
              <a:t>/for-professionals/security/laws-regulations/index.html</a:t>
            </a:r>
            <a:endParaRPr lang="en-US" sz="11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20000"/>
              </a:lnSpc>
            </a:pPr>
            <a:r>
              <a:rPr lang="en-US" sz="1100" kern="100" dirty="0">
                <a:effectLst/>
                <a:latin typeface="Calibri" panose="020F0502020204030204" pitchFamily="34" charset="0"/>
                <a:ea typeface="Times New Roman" panose="02020603050405020304" pitchFamily="18" charset="0"/>
                <a:cs typeface="Times New Roman" panose="02020603050405020304" pitchFamily="18" charset="0"/>
              </a:rPr>
              <a:t>Safeguarding</a:t>
            </a:r>
          </a:p>
          <a:p>
            <a:pPr>
              <a:lnSpc>
                <a:spcPct val="120000"/>
              </a:lnSpc>
            </a:pPr>
            <a:r>
              <a:rPr lang="en-US" sz="1100" kern="1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100" u="sng" kern="100"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3"/>
              </a:rPr>
              <a:t>https://</a:t>
            </a:r>
            <a:r>
              <a:rPr lang="en-US" sz="1100" u="sng" kern="100" dirty="0" err="1">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3"/>
              </a:rPr>
              <a:t>www.ecfr.gov</a:t>
            </a:r>
            <a:r>
              <a:rPr lang="en-US" sz="1100" u="sng" kern="100"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3"/>
              </a:rPr>
              <a:t>/current/title-45/subtitle-A/subchapter-C/part-164</a:t>
            </a:r>
            <a:endParaRPr lang="en-US" sz="11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20000"/>
              </a:lnSpc>
            </a:pPr>
            <a:r>
              <a:rPr lang="en-US" sz="1100" kern="100" dirty="0">
                <a:effectLst/>
                <a:latin typeface="Calibri" panose="020F0502020204030204" pitchFamily="34" charset="0"/>
                <a:ea typeface="Times New Roman" panose="02020603050405020304" pitchFamily="18" charset="0"/>
                <a:cs typeface="Times New Roman" panose="02020603050405020304" pitchFamily="18" charset="0"/>
              </a:rPr>
              <a:t>Safeguarding</a:t>
            </a:r>
          </a:p>
          <a:p>
            <a:pPr>
              <a:lnSpc>
                <a:spcPct val="120000"/>
              </a:lnSpc>
            </a:pPr>
            <a:r>
              <a:rPr lang="en-US" sz="1100" u="sng" kern="100"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4"/>
              </a:rPr>
              <a:t>https://</a:t>
            </a:r>
            <a:r>
              <a:rPr lang="en-US" sz="1100" u="sng" kern="100" dirty="0" err="1">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4"/>
              </a:rPr>
              <a:t>leocontent.umgc.edu</a:t>
            </a:r>
            <a:r>
              <a:rPr lang="en-US" sz="1100" u="sng" kern="100"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4"/>
              </a:rPr>
              <a:t>/content/</a:t>
            </a:r>
            <a:r>
              <a:rPr lang="en-US" sz="1100" u="sng" kern="100" dirty="0" err="1">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4"/>
              </a:rPr>
              <a:t>umuc</a:t>
            </a:r>
            <a:r>
              <a:rPr lang="en-US" sz="1100" u="sng" kern="100"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4"/>
              </a:rPr>
              <a:t>/</a:t>
            </a:r>
            <a:r>
              <a:rPr lang="en-US" sz="1100" u="sng" kern="100" dirty="0" err="1">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4"/>
              </a:rPr>
              <a:t>tus</a:t>
            </a:r>
            <a:r>
              <a:rPr lang="en-US" sz="1100" u="sng" kern="100"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4"/>
              </a:rPr>
              <a:t>/</a:t>
            </a:r>
            <a:r>
              <a:rPr lang="en-US" sz="1100" u="sng" kern="100" dirty="0" err="1">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4"/>
              </a:rPr>
              <a:t>cmit</a:t>
            </a:r>
            <a:r>
              <a:rPr lang="en-US" sz="1100" u="sng" kern="100"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4"/>
              </a:rPr>
              <a:t>/</a:t>
            </a:r>
            <a:r>
              <a:rPr lang="en-US" sz="1100" u="sng" kern="100" dirty="0" err="1">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4"/>
              </a:rPr>
              <a:t>cmit320</a:t>
            </a:r>
            <a:r>
              <a:rPr lang="en-US" sz="1100" u="sng" kern="100"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4"/>
              </a:rPr>
              <a:t>/2235/learning-resource-list/educating-and-training-your-workforce.html?</a:t>
            </a:r>
            <a:r>
              <a:rPr lang="en-US" sz="1100" u="sng" kern="100" dirty="0" err="1">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4"/>
              </a:rPr>
              <a:t>ou</a:t>
            </a:r>
            <a:r>
              <a:rPr lang="en-US" sz="1100" u="sng" kern="100"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4"/>
              </a:rPr>
              <a:t>=767085</a:t>
            </a:r>
            <a:endParaRPr lang="en-US" sz="11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20000"/>
              </a:lnSpc>
            </a:pPr>
            <a:r>
              <a:rPr lang="en-US" sz="1100" kern="100" dirty="0">
                <a:effectLst/>
                <a:latin typeface="Calibri" panose="020F0502020204030204" pitchFamily="34" charset="0"/>
                <a:ea typeface="Times New Roman" panose="02020603050405020304" pitchFamily="18" charset="0"/>
                <a:cs typeface="Times New Roman" panose="02020603050405020304" pitchFamily="18" charset="0"/>
              </a:rPr>
              <a:t>Disclosures </a:t>
            </a:r>
          </a:p>
          <a:p>
            <a:pPr>
              <a:lnSpc>
                <a:spcPct val="120000"/>
              </a:lnSpc>
            </a:pPr>
            <a:r>
              <a:rPr lang="en-US" sz="1100" u="sng" kern="100"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5"/>
              </a:rPr>
              <a:t>https://</a:t>
            </a:r>
            <a:r>
              <a:rPr lang="en-US" sz="1100" u="sng" kern="100" dirty="0" err="1">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5"/>
              </a:rPr>
              <a:t>www.hhs.gov</a:t>
            </a:r>
            <a:r>
              <a:rPr lang="en-US" sz="1100" u="sng" kern="100"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5"/>
              </a:rPr>
              <a:t>/</a:t>
            </a:r>
            <a:r>
              <a:rPr lang="en-US" sz="1100" u="sng" kern="100" dirty="0" err="1">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5"/>
              </a:rPr>
              <a:t>hipaa</a:t>
            </a:r>
            <a:r>
              <a:rPr lang="en-US" sz="1100" u="sng" kern="100"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5"/>
              </a:rPr>
              <a:t>/for-professionals/privacy/laws-regulations/index.html</a:t>
            </a:r>
            <a:endParaRPr lang="en-US" sz="11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20000"/>
              </a:lnSpc>
            </a:pPr>
            <a:r>
              <a:rPr lang="en-US" sz="1100" kern="100" dirty="0">
                <a:effectLst/>
                <a:latin typeface="Calibri" panose="020F0502020204030204" pitchFamily="34" charset="0"/>
                <a:ea typeface="Times New Roman" panose="02020603050405020304" pitchFamily="18" charset="0"/>
                <a:cs typeface="Times New Roman" panose="02020603050405020304" pitchFamily="18" charset="0"/>
              </a:rPr>
              <a:t> </a:t>
            </a:r>
          </a:p>
        </p:txBody>
      </p:sp>
      <p:sp>
        <p:nvSpPr>
          <p:cNvPr id="8" name="Footer Placeholder 7">
            <a:extLst>
              <a:ext uri="{FF2B5EF4-FFF2-40B4-BE49-F238E27FC236}">
                <a16:creationId xmlns:a16="http://schemas.microsoft.com/office/drawing/2014/main" id="{D3E3ABAA-EBF5-4FC5-BEEE-FBA5A228E046}"/>
              </a:ext>
            </a:extLst>
          </p:cNvPr>
          <p:cNvSpPr>
            <a:spLocks noGrp="1"/>
          </p:cNvSpPr>
          <p:nvPr>
            <p:ph type="ftr" sz="quarter" idx="11"/>
          </p:nvPr>
        </p:nvSpPr>
        <p:spPr>
          <a:xfrm>
            <a:off x="581192" y="6423914"/>
            <a:ext cx="6917210" cy="365125"/>
          </a:xfrm>
        </p:spPr>
        <p:txBody>
          <a:bodyPr/>
          <a:lstStyle/>
          <a:p>
            <a:r>
              <a:rPr lang="en-US"/>
              <a:t>Sample Footer Text</a:t>
            </a:r>
          </a:p>
        </p:txBody>
      </p:sp>
      <p:sp>
        <p:nvSpPr>
          <p:cNvPr id="4" name="Slide Number Placeholder 3">
            <a:extLst>
              <a:ext uri="{FF2B5EF4-FFF2-40B4-BE49-F238E27FC236}">
                <a16:creationId xmlns:a16="http://schemas.microsoft.com/office/drawing/2014/main" id="{5947942D-0E12-44A9-B67B-FD75E0E41F25}"/>
              </a:ext>
            </a:extLst>
          </p:cNvPr>
          <p:cNvSpPr>
            <a:spLocks noGrp="1"/>
          </p:cNvSpPr>
          <p:nvPr>
            <p:ph type="sldNum" sz="quarter" idx="12"/>
          </p:nvPr>
        </p:nvSpPr>
        <p:spPr/>
        <p:txBody>
          <a:bodyPr/>
          <a:lstStyle/>
          <a:p>
            <a:fld id="{3A98EE3D-8CD1-4C3F-BD1C-C98C9596463C}" type="slidenum">
              <a:rPr lang="en-US" smtClean="0"/>
              <a:t>10</a:t>
            </a:fld>
            <a:endParaRPr lang="en-US"/>
          </a:p>
        </p:txBody>
      </p:sp>
      <p:sp>
        <p:nvSpPr>
          <p:cNvPr id="7" name="Title 1">
            <a:extLst>
              <a:ext uri="{FF2B5EF4-FFF2-40B4-BE49-F238E27FC236}">
                <a16:creationId xmlns:a16="http://schemas.microsoft.com/office/drawing/2014/main" id="{B93B9608-D81A-0E7E-F2E1-49C8181BA5B9}"/>
              </a:ext>
            </a:extLst>
          </p:cNvPr>
          <p:cNvSpPr txBox="1">
            <a:spLocks/>
          </p:cNvSpPr>
          <p:nvPr/>
        </p:nvSpPr>
        <p:spPr>
          <a:xfrm>
            <a:off x="581192" y="1488707"/>
            <a:ext cx="3568661" cy="726721"/>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u="sng" dirty="0"/>
              <a:t>References</a:t>
            </a:r>
          </a:p>
        </p:txBody>
      </p:sp>
      <p:pic>
        <p:nvPicPr>
          <p:cNvPr id="11" name="Picture 11">
            <a:extLst>
              <a:ext uri="{FF2B5EF4-FFF2-40B4-BE49-F238E27FC236}">
                <a16:creationId xmlns:a16="http://schemas.microsoft.com/office/drawing/2014/main" id="{10C39AB0-6562-A437-EF6B-7DE04D23700F}"/>
              </a:ext>
            </a:extLst>
          </p:cNvPr>
          <p:cNvPicPr>
            <a:picLocks noGrp="1" noChangeAspect="1"/>
          </p:cNvPicPr>
          <p:nvPr>
            <p:ph type="pic" sz="quarter" idx="13"/>
          </p:nvPr>
        </p:nvPicPr>
        <p:blipFill>
          <a:blip r:embed="rId6"/>
          <a:srcRect l="12577" r="12577"/>
          <a:stretch/>
        </p:blipFill>
        <p:spPr>
          <a:xfrm>
            <a:off x="5167156" y="0"/>
            <a:ext cx="7024843" cy="6858000"/>
          </a:xfrm>
        </p:spPr>
      </p:pic>
    </p:spTree>
    <p:extLst>
      <p:ext uri="{BB962C8B-B14F-4D97-AF65-F5344CB8AC3E}">
        <p14:creationId xmlns:p14="http://schemas.microsoft.com/office/powerpoint/2010/main" val="2261619712"/>
      </p:ext>
    </p:extLst>
  </p:cSld>
  <p:clrMapOvr>
    <a:masterClrMapping/>
  </p:clrMapOvr>
</p:sld>
</file>

<file path=ppt/theme/theme1.xml><?xml version="1.0" encoding="utf-8"?>
<a:theme xmlns:a="http://schemas.openxmlformats.org/drawingml/2006/main" name="DividendVTI">
  <a:themeElements>
    <a:clrScheme name="Custom 10">
      <a:dk1>
        <a:sysClr val="windowText" lastClr="000000"/>
      </a:dk1>
      <a:lt1>
        <a:sysClr val="window" lastClr="FFFFFF"/>
      </a:lt1>
      <a:dk2>
        <a:srgbClr val="3D3D3D"/>
      </a:dk2>
      <a:lt2>
        <a:srgbClr val="EBEBEB"/>
      </a:lt2>
      <a:accent1>
        <a:srgbClr val="ED8428"/>
      </a:accent1>
      <a:accent2>
        <a:srgbClr val="E6C46D"/>
      </a:accent2>
      <a:accent3>
        <a:srgbClr val="465359"/>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015B051E-3904-4E9D-85DB-A0B426C9A88B}">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CCEB89B-922A-4F66-97DB-EDD8F270360B}">
  <ds:schemaRefs>
    <ds:schemaRef ds:uri="http://schemas.microsoft.com/sharepoint/v3/contenttype/forms"/>
  </ds:schemaRefs>
</ds:datastoreItem>
</file>

<file path=customXml/itemProps3.xml><?xml version="1.0" encoding="utf-8"?>
<ds:datastoreItem xmlns:ds="http://schemas.openxmlformats.org/officeDocument/2006/customXml" ds:itemID="{88D7F1A9-0188-45A8-AAB7-D8B3257A9F5E}">
  <ds:schemaRefs>
    <ds:schemaRef ds:uri="http://purl.org/dc/dcmitype/"/>
    <ds:schemaRef ds:uri="http://purl.org/dc/terms/"/>
    <ds:schemaRef ds:uri="16c05727-aa75-4e4a-9b5f-8a80a1165891"/>
    <ds:schemaRef ds:uri="http://schemas.microsoft.com/office/2006/metadata/properties"/>
    <ds:schemaRef ds:uri="71af3243-3dd4-4a8d-8c0d-dd76da1f02a5"/>
    <ds:schemaRef ds:uri="http://www.w3.org/XML/1998/namespace"/>
    <ds:schemaRef ds:uri="http://schemas.microsoft.com/sharepoint/v3"/>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_DividendVTI</Template>
  <TotalTime>0</TotalTime>
  <Words>646</Words>
  <Application>Microsoft Macintosh PowerPoint</Application>
  <PresentationFormat>Widescreen</PresentationFormat>
  <Paragraphs>78</Paragraphs>
  <Slides>10</Slides>
  <Notes>1</Notes>
  <HiddenSlides>0</HiddenSlides>
  <MMClips>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vt:lpstr>
      <vt:lpstr>Gill Sans MT</vt:lpstr>
      <vt:lpstr>Wingdings 2</vt:lpstr>
      <vt:lpstr>DividendVTI</vt:lpstr>
      <vt:lpstr>Welcome TO the privacy and security training session</vt:lpstr>
      <vt:lpstr>Table of contents</vt:lpstr>
      <vt:lpstr>Introduction</vt:lpstr>
      <vt:lpstr>HIPAA security rule</vt:lpstr>
      <vt:lpstr>Defining important terms</vt:lpstr>
      <vt:lpstr>Defining important terms</vt:lpstr>
      <vt:lpstr>safeguards</vt:lpstr>
      <vt:lpstr>safeguards</vt:lpstr>
      <vt:lpstr>Disclosures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
  <cp:lastModifiedBy>willrock herrera</cp:lastModifiedBy>
  <cp:revision>5</cp:revision>
  <dcterms:created xsi:type="dcterms:W3CDTF">2023-07-04T23:33:42Z</dcterms:created>
  <dcterms:modified xsi:type="dcterms:W3CDTF">2023-07-11T18:49:28Z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